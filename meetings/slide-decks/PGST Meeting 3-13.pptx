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Encode Sans Black"/>
      <p:bold r:id="rId21"/>
    </p:embeddedFont>
    <p:embeddedFont>
      <p:font typeface="Open Sans Light"/>
      <p:regular r:id="rId22"/>
      <p:bold r:id="rId23"/>
      <p:italic r:id="rId24"/>
      <p:boldItalic r:id="rId25"/>
    </p:embeddedFont>
    <p:embeddedFont>
      <p:font typeface="Open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6">
          <p15:clr>
            <a:srgbClr val="A4A3A4"/>
          </p15:clr>
        </p15:guide>
      </p15:sldGuideLst>
    </p:ext>
    <p:ext uri="GoogleSlidesCustomDataVersion2">
      <go:slidesCustomData xmlns:go="http://customooxmlschemas.google.com/" r:id="rId30" roundtripDataSignature="AMtx7mj4h+7KSQwr7ObReqtV3lvct50c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OpenSansLight-regular.fntdata"/><Relationship Id="rId21" Type="http://schemas.openxmlformats.org/officeDocument/2006/relationships/font" Target="fonts/EncodeSansBlack-bold.fntdata"/><Relationship Id="rId24" Type="http://schemas.openxmlformats.org/officeDocument/2006/relationships/font" Target="fonts/OpenSansLight-italic.fntdata"/><Relationship Id="rId23" Type="http://schemas.openxmlformats.org/officeDocument/2006/relationships/font" Target="fonts/OpenSans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OpenSans-regular.fntdata"/><Relationship Id="rId25" Type="http://schemas.openxmlformats.org/officeDocument/2006/relationships/font" Target="fonts/OpenSansLight-boldItalic.fntdata"/><Relationship Id="rId28" Type="http://schemas.openxmlformats.org/officeDocument/2006/relationships/font" Target="fonts/OpenSans-italic.fntdata"/><Relationship Id="rId27" Type="http://schemas.openxmlformats.org/officeDocument/2006/relationships/font" Target="fonts/Open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OpenSans-boldItalic.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 name="Google Shape;7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Naudia</a:t>
            </a:r>
            <a:endParaRPr/>
          </a:p>
        </p:txBody>
      </p:sp>
      <p:sp>
        <p:nvSpPr>
          <p:cNvPr id="78" name="Google Shape;7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cf55fad4b3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100"/>
              <a:t>Naudia</a:t>
            </a:r>
            <a:endParaRPr/>
          </a:p>
        </p:txBody>
      </p:sp>
      <p:sp>
        <p:nvSpPr>
          <p:cNvPr id="84" name="Google Shape;84;g3cf55fad4b3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cfa21a54aa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Naudia</a:t>
            </a:r>
            <a:endParaRPr/>
          </a:p>
        </p:txBody>
      </p:sp>
      <p:sp>
        <p:nvSpPr>
          <p:cNvPr id="90" name="Google Shape;90;g3cfa21a54aa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cf55fad4b3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Hannah</a:t>
            </a:r>
            <a:endParaRPr/>
          </a:p>
        </p:txBody>
      </p:sp>
      <p:sp>
        <p:nvSpPr>
          <p:cNvPr id="96" name="Google Shape;96;g3cf55fad4b3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fa21a54aa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SzPts val="1100"/>
              <a:buNone/>
            </a:pPr>
            <a:r>
              <a:rPr lang="en-US" sz="1100"/>
              <a:t>Marion</a:t>
            </a:r>
            <a:endParaRPr sz="1100"/>
          </a:p>
          <a:p>
            <a:pPr indent="0" lvl="0" marL="0" rtl="0" algn="just">
              <a:lnSpc>
                <a:spcPct val="115000"/>
              </a:lnSpc>
              <a:spcBef>
                <a:spcPts val="0"/>
              </a:spcBef>
              <a:spcAft>
                <a:spcPts val="0"/>
              </a:spcAft>
              <a:buSzPts val="1100"/>
              <a:buNone/>
            </a:pPr>
            <a:r>
              <a:t/>
            </a:r>
            <a:endParaRPr sz="1100"/>
          </a:p>
          <a:p>
            <a:pPr indent="0" lvl="0" marL="0" rtl="0" algn="just">
              <a:lnSpc>
                <a:spcPct val="115000"/>
              </a:lnSpc>
              <a:spcBef>
                <a:spcPts val="0"/>
              </a:spcBef>
              <a:spcAft>
                <a:spcPts val="0"/>
              </a:spcAft>
              <a:buSzPts val="1100"/>
              <a:buNone/>
            </a:pPr>
            <a:r>
              <a:rPr lang="en-US" sz="1100"/>
              <a:t>Moving into our Technical Scope, Our primary goal is to replace heat provided to the PGST Administrative Complex through propane-fired boilers, furnaces, and domestic hot water heaters with electric heating. Propane consumption is a large source og the GHG emissions that the tribe can control by its </a:t>
            </a:r>
            <a:r>
              <a:rPr lang="en-US" sz="1100"/>
              <a:t>infrastructure</a:t>
            </a:r>
            <a:r>
              <a:rPr lang="en-US" sz="1100"/>
              <a:t> decisions</a:t>
            </a:r>
            <a:endParaRPr sz="1100"/>
          </a:p>
          <a:p>
            <a:pPr indent="0" lvl="0" marL="0" rtl="0" algn="just">
              <a:lnSpc>
                <a:spcPct val="115000"/>
              </a:lnSpc>
              <a:spcBef>
                <a:spcPts val="0"/>
              </a:spcBef>
              <a:spcAft>
                <a:spcPts val="0"/>
              </a:spcAft>
              <a:buSzPts val="1100"/>
              <a:buNone/>
            </a:pPr>
            <a:r>
              <a:t/>
            </a:r>
            <a:endParaRPr sz="1100"/>
          </a:p>
          <a:p>
            <a:pPr indent="0" lvl="0" marL="0" rtl="0" algn="just">
              <a:lnSpc>
                <a:spcPct val="115000"/>
              </a:lnSpc>
              <a:spcBef>
                <a:spcPts val="0"/>
              </a:spcBef>
              <a:spcAft>
                <a:spcPts val="0"/>
              </a:spcAft>
              <a:buSzPts val="1100"/>
              <a:buNone/>
            </a:pPr>
            <a:r>
              <a:rPr lang="en-US" sz="1100"/>
              <a:t>it's</a:t>
            </a:r>
            <a:r>
              <a:rPr lang="en-US" sz="1100"/>
              <a:t> important to also consider the potential cost savings of transitioning to electricity. </a:t>
            </a:r>
            <a:endParaRPr sz="1100"/>
          </a:p>
          <a:p>
            <a:pPr indent="0" lvl="0" marL="0" rtl="0" algn="just">
              <a:lnSpc>
                <a:spcPct val="115000"/>
              </a:lnSpc>
              <a:spcBef>
                <a:spcPts val="0"/>
              </a:spcBef>
              <a:spcAft>
                <a:spcPts val="0"/>
              </a:spcAft>
              <a:buSzPts val="1100"/>
              <a:buNone/>
            </a:pPr>
            <a:r>
              <a:t/>
            </a:r>
            <a:endParaRPr sz="1100"/>
          </a:p>
          <a:p>
            <a:pPr indent="0" lvl="0" marL="0" rtl="0" algn="just">
              <a:lnSpc>
                <a:spcPct val="115000"/>
              </a:lnSpc>
              <a:spcBef>
                <a:spcPts val="0"/>
              </a:spcBef>
              <a:spcAft>
                <a:spcPts val="0"/>
              </a:spcAft>
              <a:buClr>
                <a:schemeClr val="dk1"/>
              </a:buClr>
              <a:buSzPts val="1100"/>
              <a:buFont typeface="Arial"/>
              <a:buNone/>
            </a:pPr>
            <a:r>
              <a:rPr lang="en-US" sz="1100"/>
              <a:t>Propane prices fluctuate with the oil and gas market, while electricity presents lower carbon emissions and more predictable operating costs. This supports the Tribe’s mission from the CCAP, while potentially reducing energy costs for the community.</a:t>
            </a:r>
            <a:endParaRPr sz="1100"/>
          </a:p>
          <a:p>
            <a:pPr indent="0" lvl="0" marL="0" rtl="0" algn="just">
              <a:lnSpc>
                <a:spcPct val="115000"/>
              </a:lnSpc>
              <a:spcBef>
                <a:spcPts val="0"/>
              </a:spcBef>
              <a:spcAft>
                <a:spcPts val="0"/>
              </a:spcAft>
              <a:buSzPts val="1100"/>
              <a:buNone/>
            </a:pPr>
            <a:r>
              <a:t/>
            </a:r>
            <a:endParaRPr sz="1100"/>
          </a:p>
          <a:p>
            <a:pPr indent="0" lvl="0" marL="0" rtl="0" algn="just">
              <a:lnSpc>
                <a:spcPct val="115000"/>
              </a:lnSpc>
              <a:spcBef>
                <a:spcPts val="0"/>
              </a:spcBef>
              <a:spcAft>
                <a:spcPts val="0"/>
              </a:spcAft>
              <a:buSzPts val="1100"/>
              <a:buNone/>
            </a:pPr>
            <a:r>
              <a:rPr lang="en-US" sz="1100"/>
              <a:t>We are evaluating two different approaches to transitioning off propane, ASHP and Electric boilers</a:t>
            </a:r>
            <a:endParaRPr sz="1100"/>
          </a:p>
          <a:p>
            <a:pPr indent="0" lvl="0" marL="0" rtl="0" algn="just">
              <a:lnSpc>
                <a:spcPct val="115000"/>
              </a:lnSpc>
              <a:spcBef>
                <a:spcPts val="0"/>
              </a:spcBef>
              <a:spcAft>
                <a:spcPts val="0"/>
              </a:spcAft>
              <a:buClr>
                <a:schemeClr val="dk1"/>
              </a:buClr>
              <a:buSzPts val="1100"/>
              <a:buFont typeface="Arial"/>
              <a:buNone/>
            </a:pPr>
            <a:r>
              <a:t/>
            </a:r>
            <a:endParaRPr sz="1100"/>
          </a:p>
          <a:p>
            <a:pPr indent="0" lvl="0" marL="0" rtl="0" algn="just">
              <a:lnSpc>
                <a:spcPct val="115000"/>
              </a:lnSpc>
              <a:spcBef>
                <a:spcPts val="0"/>
              </a:spcBef>
              <a:spcAft>
                <a:spcPts val="0"/>
              </a:spcAft>
              <a:buSzPts val="1100"/>
              <a:buNone/>
            </a:pPr>
            <a:r>
              <a:rPr lang="en-US" sz="1100"/>
              <a:t>We will evaluate the impact and feasibility of two decarbonization options: in terms of GHG emissions, Capital Costs, Operating costs, and Energy consumption</a:t>
            </a:r>
            <a:endParaRPr sz="1100"/>
          </a:p>
          <a:p>
            <a:pPr indent="0" lvl="0" marL="0" rtl="0" algn="just">
              <a:lnSpc>
                <a:spcPct val="115000"/>
              </a:lnSpc>
              <a:spcBef>
                <a:spcPts val="0"/>
              </a:spcBef>
              <a:spcAft>
                <a:spcPts val="0"/>
              </a:spcAft>
              <a:buSzPts val="1100"/>
              <a:buNone/>
            </a:pPr>
            <a:r>
              <a:t/>
            </a:r>
            <a:endParaRPr sz="1100"/>
          </a:p>
          <a:p>
            <a:pPr indent="0" lvl="0" marL="0" rtl="0" algn="just">
              <a:lnSpc>
                <a:spcPct val="115000"/>
              </a:lnSpc>
              <a:spcBef>
                <a:spcPts val="0"/>
              </a:spcBef>
              <a:spcAft>
                <a:spcPts val="0"/>
              </a:spcAft>
              <a:buClr>
                <a:schemeClr val="dk1"/>
              </a:buClr>
              <a:buSzPts val="1100"/>
              <a:buFont typeface="Arial"/>
              <a:buNone/>
            </a:pPr>
            <a:r>
              <a:t/>
            </a:r>
            <a:endParaRPr sz="1100"/>
          </a:p>
        </p:txBody>
      </p:sp>
      <p:sp>
        <p:nvSpPr>
          <p:cNvPr id="102" name="Google Shape;102;g3cfa21a54aa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83ef4aa3240be3b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SzPts val="1100"/>
              <a:buNone/>
            </a:pPr>
            <a:r>
              <a:rPr lang="en-US" sz="1100"/>
              <a:t>Marion</a:t>
            </a:r>
            <a:endParaRPr sz="1100"/>
          </a:p>
          <a:p>
            <a:pPr indent="0" lvl="0" marL="0" rtl="0" algn="just">
              <a:lnSpc>
                <a:spcPct val="115000"/>
              </a:lnSpc>
              <a:spcBef>
                <a:spcPts val="0"/>
              </a:spcBef>
              <a:spcAft>
                <a:spcPts val="0"/>
              </a:spcAft>
              <a:buSzPts val="1100"/>
              <a:buNone/>
            </a:pPr>
            <a:r>
              <a:t/>
            </a:r>
            <a:endParaRPr sz="1100"/>
          </a:p>
          <a:p>
            <a:pPr indent="0" lvl="0" marL="0" rtl="0" algn="just">
              <a:lnSpc>
                <a:spcPct val="115000"/>
              </a:lnSpc>
              <a:spcBef>
                <a:spcPts val="0"/>
              </a:spcBef>
              <a:spcAft>
                <a:spcPts val="0"/>
              </a:spcAft>
              <a:buSzPts val="1100"/>
              <a:buNone/>
            </a:pPr>
            <a:r>
              <a:rPr lang="en-US" sz="1100"/>
              <a:t>Air-source heat pumps can be </a:t>
            </a:r>
            <a:r>
              <a:rPr b="1" lang="en-US" sz="1100"/>
              <a:t>air-to-air</a:t>
            </a:r>
            <a:r>
              <a:rPr lang="en-US" sz="1100"/>
              <a:t>, in which the system directly produces heated or cooled indoor air, </a:t>
            </a:r>
            <a:r>
              <a:rPr b="1" lang="en-US" sz="1100"/>
              <a:t>or air-to-water</a:t>
            </a:r>
            <a:r>
              <a:rPr lang="en-US" sz="1100"/>
              <a:t>, using water to carry heat to or from the building. </a:t>
            </a:r>
            <a:endParaRPr sz="1100"/>
          </a:p>
          <a:p>
            <a:pPr indent="0" lvl="0" marL="0" rtl="0" algn="just">
              <a:lnSpc>
                <a:spcPct val="115000"/>
              </a:lnSpc>
              <a:spcBef>
                <a:spcPts val="0"/>
              </a:spcBef>
              <a:spcAft>
                <a:spcPts val="0"/>
              </a:spcAft>
              <a:buSzPts val="1100"/>
              <a:buNone/>
            </a:pPr>
            <a:r>
              <a:t/>
            </a:r>
            <a:endParaRPr sz="1100"/>
          </a:p>
          <a:p>
            <a:pPr indent="0" lvl="0" marL="0" rtl="0" algn="just">
              <a:lnSpc>
                <a:spcPct val="115000"/>
              </a:lnSpc>
              <a:spcBef>
                <a:spcPts val="0"/>
              </a:spcBef>
              <a:spcAft>
                <a:spcPts val="0"/>
              </a:spcAft>
              <a:buSzPts val="1100"/>
              <a:buNone/>
            </a:pPr>
            <a:r>
              <a:rPr lang="en-US" sz="1100"/>
              <a:t>Buildings that use forced-air heating would be most easily converted to air-to-air ASHPs, and the easy integration is a huge benefit</a:t>
            </a:r>
            <a:endParaRPr sz="1100"/>
          </a:p>
          <a:p>
            <a:pPr indent="0" lvl="0" marL="0" rtl="0" algn="just">
              <a:lnSpc>
                <a:spcPct val="115000"/>
              </a:lnSpc>
              <a:spcBef>
                <a:spcPts val="0"/>
              </a:spcBef>
              <a:spcAft>
                <a:spcPts val="0"/>
              </a:spcAft>
              <a:buSzPts val="1100"/>
              <a:buNone/>
            </a:pPr>
            <a:r>
              <a:t/>
            </a:r>
            <a:endParaRPr sz="1100"/>
          </a:p>
          <a:p>
            <a:pPr indent="0" lvl="0" marL="0" rtl="0" algn="just">
              <a:lnSpc>
                <a:spcPct val="115000"/>
              </a:lnSpc>
              <a:spcBef>
                <a:spcPts val="0"/>
              </a:spcBef>
              <a:spcAft>
                <a:spcPts val="0"/>
              </a:spcAft>
              <a:buClr>
                <a:schemeClr val="dk1"/>
              </a:buClr>
              <a:buSzPts val="1100"/>
              <a:buFont typeface="Arial"/>
              <a:buNone/>
            </a:pPr>
            <a:r>
              <a:rPr lang="en-US" sz="1100"/>
              <a:t>Buildings that use air-to-water heating would be most </a:t>
            </a:r>
            <a:r>
              <a:rPr lang="en-US" sz="1100"/>
              <a:t>easily</a:t>
            </a:r>
            <a:r>
              <a:rPr lang="en-US" sz="1100"/>
              <a:t> converted to air-to-water ASHPs, These better integrate with hydronic heating. However, would require heat exchange retrofits in the Longhouse and Early Career Center because they cannot achieve the high water temperatures used in the propane-powered heating systems. </a:t>
            </a:r>
            <a:endParaRPr sz="1100"/>
          </a:p>
          <a:p>
            <a:pPr indent="0" lvl="0" marL="0" rtl="0" algn="just">
              <a:lnSpc>
                <a:spcPct val="115000"/>
              </a:lnSpc>
              <a:spcBef>
                <a:spcPts val="0"/>
              </a:spcBef>
              <a:spcAft>
                <a:spcPts val="0"/>
              </a:spcAft>
              <a:buSzPts val="1100"/>
              <a:buNone/>
            </a:pPr>
            <a:r>
              <a:t/>
            </a:r>
            <a:endParaRPr sz="1100"/>
          </a:p>
          <a:p>
            <a:pPr indent="0" lvl="0" marL="0" rtl="0" algn="just">
              <a:lnSpc>
                <a:spcPct val="115000"/>
              </a:lnSpc>
              <a:spcBef>
                <a:spcPts val="0"/>
              </a:spcBef>
              <a:spcAft>
                <a:spcPts val="0"/>
              </a:spcAft>
              <a:buClr>
                <a:schemeClr val="dk1"/>
              </a:buClr>
              <a:buSzPts val="1100"/>
              <a:buFont typeface="Arial"/>
              <a:buNone/>
            </a:pPr>
            <a:r>
              <a:rPr lang="en-US" sz="1100"/>
              <a:t>ASHP </a:t>
            </a:r>
            <a:r>
              <a:rPr lang="en-US" sz="1100"/>
              <a:t>type</a:t>
            </a:r>
            <a:r>
              <a:rPr lang="en-US" sz="1100"/>
              <a:t> and size will be chosen according to current propane consumption and building type to ensure that current comfort levels are </a:t>
            </a:r>
            <a:r>
              <a:rPr lang="en-US" sz="1100"/>
              <a:t>achieved</a:t>
            </a:r>
            <a:r>
              <a:rPr lang="en-US" sz="1100"/>
              <a:t> or exceeded.</a:t>
            </a:r>
            <a:endParaRPr sz="1100"/>
          </a:p>
          <a:p>
            <a:pPr indent="0" lvl="0" marL="0" rtl="0" algn="l">
              <a:lnSpc>
                <a:spcPct val="100000"/>
              </a:lnSpc>
              <a:spcBef>
                <a:spcPts val="0"/>
              </a:spcBef>
              <a:spcAft>
                <a:spcPts val="0"/>
              </a:spcAft>
              <a:buSzPts val="1400"/>
              <a:buNone/>
            </a:pPr>
            <a:r>
              <a:t/>
            </a:r>
            <a:endParaRPr/>
          </a:p>
        </p:txBody>
      </p:sp>
      <p:sp>
        <p:nvSpPr>
          <p:cNvPr id="108" name="Google Shape;108;g283ef4aa3240be3b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fa21a54aa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Hannah</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Articulate an envelope of designs. </a:t>
            </a:r>
            <a:endParaRPr/>
          </a:p>
        </p:txBody>
      </p:sp>
      <p:sp>
        <p:nvSpPr>
          <p:cNvPr id="114" name="Google Shape;114;g3cfa21a54aa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83ef4aa3240be3b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Mick</a:t>
            </a:r>
            <a:endParaRPr/>
          </a:p>
        </p:txBody>
      </p:sp>
      <p:sp>
        <p:nvSpPr>
          <p:cNvPr id="120" name="Google Shape;120;g283ef4aa3240be3b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83ef4aa3240be3b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Mick</a:t>
            </a:r>
            <a:endParaRPr/>
          </a:p>
        </p:txBody>
      </p:sp>
      <p:sp>
        <p:nvSpPr>
          <p:cNvPr id="127" name="Google Shape;127;g283ef4aa3240be3b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83ef4aa3240be3b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Sammy</a:t>
            </a:r>
            <a:endParaRPr/>
          </a:p>
        </p:txBody>
      </p:sp>
      <p:sp>
        <p:nvSpPr>
          <p:cNvPr id="133" name="Google Shape;133;g283ef4aa3240be3b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83ef4aa3240be3b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Sammy</a:t>
            </a:r>
            <a:endParaRPr/>
          </a:p>
        </p:txBody>
      </p:sp>
      <p:sp>
        <p:nvSpPr>
          <p:cNvPr id="139" name="Google Shape;139;g283ef4aa3240be3b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83ef4aa3240be3b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Sammy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Most flex programs have to only be charge/discharge battery</a:t>
            </a:r>
            <a:endParaRPr/>
          </a:p>
        </p:txBody>
      </p:sp>
      <p:sp>
        <p:nvSpPr>
          <p:cNvPr id="145" name="Google Shape;145;g283ef4aa3240be3b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bg>
      <p:bgPr>
        <a:solidFill>
          <a:schemeClr val="dk1"/>
        </a:solidFill>
      </p:bgPr>
    </p:bg>
    <p:spTree>
      <p:nvGrpSpPr>
        <p:cNvPr id="10" name="Shape 10"/>
        <p:cNvGrpSpPr/>
        <p:nvPr/>
      </p:nvGrpSpPr>
      <p:grpSpPr>
        <a:xfrm>
          <a:off x="0" y="0"/>
          <a:ext cx="0" cy="0"/>
          <a:chOff x="0" y="0"/>
          <a:chExt cx="0" cy="0"/>
        </a:xfrm>
      </p:grpSpPr>
      <p:sp>
        <p:nvSpPr>
          <p:cNvPr id="11" name="Google Shape;11;p20"/>
          <p:cNvSpPr txBox="1"/>
          <p:nvPr>
            <p:ph type="title"/>
          </p:nvPr>
        </p:nvSpPr>
        <p:spPr>
          <a:xfrm>
            <a:off x="460375" y="644993"/>
            <a:ext cx="6972300" cy="2641756"/>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lt2"/>
              </a:buClr>
              <a:buSzPts val="5000"/>
              <a:buFont typeface="Encode Sans Black"/>
              <a:buNone/>
              <a:defRPr b="1" i="0" sz="5000" u="none" cap="none" strike="noStrike">
                <a:solidFill>
                  <a:schemeClr val="lt2"/>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12" name="Google Shape;12;p20"/>
          <p:cNvPicPr preferRelativeResize="0"/>
          <p:nvPr/>
        </p:nvPicPr>
        <p:blipFill rotWithShape="1">
          <a:blip r:embed="rId2">
            <a:alphaModFix/>
          </a:blip>
          <a:srcRect b="0" l="0" r="0" t="0"/>
          <a:stretch/>
        </p:blipFill>
        <p:spPr>
          <a:xfrm>
            <a:off x="568081" y="3426449"/>
            <a:ext cx="1600200" cy="139700"/>
          </a:xfrm>
          <a:prstGeom prst="rect">
            <a:avLst/>
          </a:prstGeom>
          <a:noFill/>
          <a:ln>
            <a:noFill/>
          </a:ln>
        </p:spPr>
      </p:pic>
      <p:pic>
        <p:nvPicPr>
          <p:cNvPr id="13" name="Google Shape;13;p20"/>
          <p:cNvPicPr preferRelativeResize="0"/>
          <p:nvPr/>
        </p:nvPicPr>
        <p:blipFill rotWithShape="1">
          <a:blip r:embed="rId3">
            <a:alphaModFix/>
          </a:blip>
          <a:srcRect b="0" l="0" r="0" t="0"/>
          <a:stretch/>
        </p:blipFill>
        <p:spPr>
          <a:xfrm>
            <a:off x="568081" y="4598607"/>
            <a:ext cx="2416273" cy="213486"/>
          </a:xfrm>
          <a:prstGeom prst="rect">
            <a:avLst/>
          </a:prstGeom>
          <a:noFill/>
          <a:ln>
            <a:noFill/>
          </a:ln>
        </p:spPr>
      </p:pic>
      <p:pic>
        <p:nvPicPr>
          <p:cNvPr id="14" name="Google Shape;14;p20"/>
          <p:cNvPicPr preferRelativeResize="0"/>
          <p:nvPr/>
        </p:nvPicPr>
        <p:blipFill rotWithShape="1">
          <a:blip r:embed="rId4">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solidFill>
          <a:schemeClr val="dk1"/>
        </a:solidFill>
      </p:bgPr>
    </p:bg>
    <p:spTree>
      <p:nvGrpSpPr>
        <p:cNvPr id="15" name="Shape 15"/>
        <p:cNvGrpSpPr/>
        <p:nvPr/>
      </p:nvGrpSpPr>
      <p:grpSpPr>
        <a:xfrm>
          <a:off x="0" y="0"/>
          <a:ext cx="0" cy="0"/>
          <a:chOff x="0" y="0"/>
          <a:chExt cx="0" cy="0"/>
        </a:xfrm>
      </p:grpSpPr>
      <p:sp>
        <p:nvSpPr>
          <p:cNvPr id="16" name="Google Shape;16;p23"/>
          <p:cNvSpPr txBox="1"/>
          <p:nvPr>
            <p:ph type="title"/>
          </p:nvPr>
        </p:nvSpPr>
        <p:spPr>
          <a:xfrm>
            <a:off x="460375" y="644993"/>
            <a:ext cx="7023540" cy="2641756"/>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lt2"/>
              </a:buClr>
              <a:buSzPts val="5000"/>
              <a:buFont typeface="Encode Sans Black"/>
              <a:buNone/>
              <a:defRPr b="1" i="0" sz="5000" u="none" cap="none" strike="noStrike">
                <a:solidFill>
                  <a:schemeClr val="lt2"/>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17" name="Google Shape;17;p23"/>
          <p:cNvPicPr preferRelativeResize="0"/>
          <p:nvPr/>
        </p:nvPicPr>
        <p:blipFill rotWithShape="1">
          <a:blip r:embed="rId2">
            <a:alphaModFix/>
          </a:blip>
          <a:srcRect b="0" l="0" r="0" t="0"/>
          <a:stretch/>
        </p:blipFill>
        <p:spPr>
          <a:xfrm>
            <a:off x="568081" y="3426449"/>
            <a:ext cx="1600200" cy="139700"/>
          </a:xfrm>
          <a:prstGeom prst="rect">
            <a:avLst/>
          </a:prstGeom>
          <a:noFill/>
          <a:ln>
            <a:noFill/>
          </a:ln>
        </p:spPr>
      </p:pic>
      <p:pic>
        <p:nvPicPr>
          <p:cNvPr id="18" name="Google Shape;18;p23"/>
          <p:cNvPicPr preferRelativeResize="0"/>
          <p:nvPr/>
        </p:nvPicPr>
        <p:blipFill rotWithShape="1">
          <a:blip r:embed="rId3">
            <a:alphaModFix/>
          </a:blip>
          <a:srcRect b="0" l="0" r="0" t="0"/>
          <a:stretch/>
        </p:blipFill>
        <p:spPr>
          <a:xfrm>
            <a:off x="568081" y="4675530"/>
            <a:ext cx="2540000" cy="172311"/>
          </a:xfrm>
          <a:prstGeom prst="rect">
            <a:avLst/>
          </a:prstGeom>
          <a:noFill/>
          <a:ln>
            <a:noFill/>
          </a:ln>
        </p:spPr>
      </p:pic>
      <p:pic>
        <p:nvPicPr>
          <p:cNvPr id="19" name="Google Shape;19;p23"/>
          <p:cNvPicPr preferRelativeResize="0"/>
          <p:nvPr/>
        </p:nvPicPr>
        <p:blipFill rotWithShape="1">
          <a:blip r:embed="rId4">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p:cSld name="Header + Subheader + Content">
    <p:spTree>
      <p:nvGrpSpPr>
        <p:cNvPr id="20" name="Shape 20"/>
        <p:cNvGrpSpPr/>
        <p:nvPr/>
      </p:nvGrpSpPr>
      <p:grpSpPr>
        <a:xfrm>
          <a:off x="0" y="0"/>
          <a:ext cx="0" cy="0"/>
          <a:chOff x="0" y="0"/>
          <a:chExt cx="0" cy="0"/>
        </a:xfrm>
      </p:grpSpPr>
      <p:sp>
        <p:nvSpPr>
          <p:cNvPr id="21" name="Google Shape;21;p24"/>
          <p:cNvSpPr txBox="1"/>
          <p:nvPr>
            <p:ph type="title"/>
          </p:nvPr>
        </p:nvSpPr>
        <p:spPr>
          <a:xfrm>
            <a:off x="447923" y="371510"/>
            <a:ext cx="8197114" cy="9937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lt2"/>
              </a:buClr>
              <a:buSzPts val="3000"/>
              <a:buFont typeface="Encode Sans Black"/>
              <a:buNone/>
              <a:defRPr b="1" i="0" sz="3000" u="none" cap="none" strike="noStrike">
                <a:solidFill>
                  <a:schemeClr val="lt2"/>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22" name="Google Shape;22;p24"/>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sp>
        <p:nvSpPr>
          <p:cNvPr id="23" name="Google Shape;23;p24"/>
          <p:cNvSpPr txBox="1"/>
          <p:nvPr>
            <p:ph idx="1" type="body"/>
          </p:nvPr>
        </p:nvSpPr>
        <p:spPr>
          <a:xfrm>
            <a:off x="460375" y="1730667"/>
            <a:ext cx="8184662" cy="41117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480"/>
              </a:spcBef>
              <a:spcAft>
                <a:spcPts val="0"/>
              </a:spcAft>
              <a:buClr>
                <a:schemeClr val="lt2"/>
              </a:buClr>
              <a:buSzPts val="2400"/>
              <a:buFont typeface="Arial"/>
              <a:buNone/>
              <a:defRPr b="0" i="0" sz="2400" u="none" cap="none" strike="noStrike">
                <a:solidFill>
                  <a:schemeClr val="lt2"/>
                </a:solidFill>
                <a:latin typeface="Arial"/>
                <a:ea typeface="Arial"/>
                <a:cs typeface="Arial"/>
                <a:sym typeface="Arial"/>
              </a:defRPr>
            </a:lvl1pPr>
            <a:lvl2pPr indent="-228600" lvl="1" marL="914400" marR="0" rtl="0" algn="l">
              <a:lnSpc>
                <a:spcPct val="100000"/>
              </a:lnSpc>
              <a:spcBef>
                <a:spcPts val="560"/>
              </a:spcBef>
              <a:spcAft>
                <a:spcPts val="0"/>
              </a:spcAft>
              <a:buClr>
                <a:srgbClr val="E8D3A2"/>
              </a:buClr>
              <a:buSzPts val="2800"/>
              <a:buFont typeface="Arial"/>
              <a:buNone/>
              <a:defRPr b="0" i="0" sz="2800" u="none" cap="none" strike="noStrike">
                <a:solidFill>
                  <a:srgbClr val="E8D3A2"/>
                </a:solidFill>
                <a:latin typeface="Encode Sans Black"/>
                <a:ea typeface="Encode Sans Black"/>
                <a:cs typeface="Encode Sans Black"/>
                <a:sym typeface="Encode Sans Black"/>
              </a:defRPr>
            </a:lvl2pPr>
            <a:lvl3pPr indent="-228600" lvl="2" marL="1371600" marR="0" rtl="0" algn="l">
              <a:lnSpc>
                <a:spcPct val="100000"/>
              </a:lnSpc>
              <a:spcBef>
                <a:spcPts val="480"/>
              </a:spcBef>
              <a:spcAft>
                <a:spcPts val="0"/>
              </a:spcAft>
              <a:buClr>
                <a:srgbClr val="E8D3A2"/>
              </a:buClr>
              <a:buSzPts val="2400"/>
              <a:buFont typeface="Arial"/>
              <a:buNone/>
              <a:defRPr b="0" i="0" sz="2400" u="none" cap="none" strike="noStrike">
                <a:solidFill>
                  <a:srgbClr val="E8D3A2"/>
                </a:solidFill>
                <a:latin typeface="Encode Sans Black"/>
                <a:ea typeface="Encode Sans Black"/>
                <a:cs typeface="Encode Sans Black"/>
                <a:sym typeface="Encode Sans Black"/>
              </a:defRPr>
            </a:lvl3pPr>
            <a:lvl4pPr indent="-228600" lvl="3" marL="1828800" marR="0" rtl="0" algn="l">
              <a:lnSpc>
                <a:spcPct val="100000"/>
              </a:lnSpc>
              <a:spcBef>
                <a:spcPts val="400"/>
              </a:spcBef>
              <a:spcAft>
                <a:spcPts val="0"/>
              </a:spcAft>
              <a:buClr>
                <a:srgbClr val="E8D3A2"/>
              </a:buClr>
              <a:buSzPts val="2000"/>
              <a:buFont typeface="Arial"/>
              <a:buNone/>
              <a:defRPr b="0" i="0" sz="2000" u="none" cap="none" strike="noStrike">
                <a:solidFill>
                  <a:srgbClr val="E8D3A2"/>
                </a:solidFill>
                <a:latin typeface="Encode Sans Black"/>
                <a:ea typeface="Encode Sans Black"/>
                <a:cs typeface="Encode Sans Black"/>
                <a:sym typeface="Encode Sans Black"/>
              </a:defRPr>
            </a:lvl4pPr>
            <a:lvl5pPr indent="-228600" lvl="4" marL="2286000" marR="0" rtl="0" algn="l">
              <a:lnSpc>
                <a:spcPct val="100000"/>
              </a:lnSpc>
              <a:spcBef>
                <a:spcPts val="400"/>
              </a:spcBef>
              <a:spcAft>
                <a:spcPts val="0"/>
              </a:spcAft>
              <a:buClr>
                <a:srgbClr val="E8D3A2"/>
              </a:buClr>
              <a:buSzPts val="2000"/>
              <a:buFont typeface="Arial"/>
              <a:buNone/>
              <a:defRPr b="0" i="0" sz="2000" u="none" cap="none" strike="noStrike">
                <a:solidFill>
                  <a:srgbClr val="E8D3A2"/>
                </a:solidFill>
                <a:latin typeface="Encode Sans Black"/>
                <a:ea typeface="Encode Sans Black"/>
                <a:cs typeface="Encode Sans Black"/>
                <a:sym typeface="Encode Sans Black"/>
              </a:defRPr>
            </a:lvl5pPr>
            <a:lvl6pPr indent="-355600" lvl="5" marL="27432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sp>
        <p:nvSpPr>
          <p:cNvPr id="24" name="Google Shape;24;p24"/>
          <p:cNvSpPr txBox="1"/>
          <p:nvPr>
            <p:ph idx="2" type="body"/>
          </p:nvPr>
        </p:nvSpPr>
        <p:spPr>
          <a:xfrm>
            <a:off x="447923" y="2320239"/>
            <a:ext cx="8197114" cy="2251761"/>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lt2"/>
              </a:buClr>
              <a:buSzPts val="2400"/>
              <a:buFont typeface="Merriweather Sans"/>
              <a:buChar char="&gt;"/>
              <a:defRPr b="1" i="0" sz="2400" u="none" cap="none" strike="noStrike">
                <a:solidFill>
                  <a:schemeClr val="lt2"/>
                </a:solidFill>
                <a:latin typeface="Open Sans"/>
                <a:ea typeface="Open Sans"/>
                <a:cs typeface="Open Sans"/>
                <a:sym typeface="Open Sans"/>
              </a:defRPr>
            </a:lvl1pPr>
            <a:lvl2pPr indent="-355600" lvl="1" marL="914400" marR="0" rtl="0" algn="l">
              <a:lnSpc>
                <a:spcPct val="100000"/>
              </a:lnSpc>
              <a:spcBef>
                <a:spcPts val="400"/>
              </a:spcBef>
              <a:spcAft>
                <a:spcPts val="0"/>
              </a:spcAft>
              <a:buClr>
                <a:schemeClr val="lt2"/>
              </a:buClr>
              <a:buSzPts val="2000"/>
              <a:buFont typeface="Arial"/>
              <a:buChar char="–"/>
              <a:defRPr b="1" i="0" sz="2000" u="none" cap="none" strike="noStrike">
                <a:solidFill>
                  <a:schemeClr val="lt2"/>
                </a:solidFill>
                <a:latin typeface="Open Sans"/>
                <a:ea typeface="Open Sans"/>
                <a:cs typeface="Open Sans"/>
                <a:sym typeface="Open Sans"/>
              </a:defRPr>
            </a:lvl2pPr>
            <a:lvl3pPr indent="-342900" lvl="2" marL="1371600" marR="0" rtl="0" algn="l">
              <a:lnSpc>
                <a:spcPct val="100000"/>
              </a:lnSpc>
              <a:spcBef>
                <a:spcPts val="360"/>
              </a:spcBef>
              <a:spcAft>
                <a:spcPts val="0"/>
              </a:spcAft>
              <a:buClr>
                <a:schemeClr val="lt2"/>
              </a:buClr>
              <a:buSzPts val="1800"/>
              <a:buFont typeface="Merriweather Sans"/>
              <a:buChar char="&gt;"/>
              <a:defRPr b="1" i="0" sz="1800" u="none" cap="none" strike="noStrike">
                <a:solidFill>
                  <a:schemeClr val="lt2"/>
                </a:solidFill>
                <a:latin typeface="Open Sans"/>
                <a:ea typeface="Open Sans"/>
                <a:cs typeface="Open Sans"/>
                <a:sym typeface="Open Sans"/>
              </a:defRPr>
            </a:lvl3pPr>
            <a:lvl4pPr indent="-330200" lvl="3" marL="1828800" marR="0" rtl="0" algn="l">
              <a:lnSpc>
                <a:spcPct val="100000"/>
              </a:lnSpc>
              <a:spcBef>
                <a:spcPts val="320"/>
              </a:spcBef>
              <a:spcAft>
                <a:spcPts val="0"/>
              </a:spcAft>
              <a:buClr>
                <a:schemeClr val="lt2"/>
              </a:buClr>
              <a:buSzPts val="1600"/>
              <a:buFont typeface="Arial"/>
              <a:buChar char="–"/>
              <a:defRPr b="1" i="0" sz="1600" u="none" cap="none" strike="noStrike">
                <a:solidFill>
                  <a:schemeClr val="lt2"/>
                </a:solidFill>
                <a:latin typeface="Open Sans"/>
                <a:ea typeface="Open Sans"/>
                <a:cs typeface="Open Sans"/>
                <a:sym typeface="Open Sans"/>
              </a:defRPr>
            </a:lvl4pPr>
            <a:lvl5pPr indent="-317500" lvl="4" marL="2286000" marR="0" rtl="0" algn="l">
              <a:lnSpc>
                <a:spcPct val="100000"/>
              </a:lnSpc>
              <a:spcBef>
                <a:spcPts val="280"/>
              </a:spcBef>
              <a:spcAft>
                <a:spcPts val="0"/>
              </a:spcAft>
              <a:buClr>
                <a:schemeClr val="lt2"/>
              </a:buClr>
              <a:buSzPts val="1400"/>
              <a:buFont typeface="Merriweather Sans"/>
              <a:buChar char="&gt;"/>
              <a:defRPr b="1" i="0" sz="1400" u="none" cap="none" strike="noStrike">
                <a:solidFill>
                  <a:schemeClr val="lt2"/>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pic>
        <p:nvPicPr>
          <p:cNvPr id="25" name="Google Shape;25;p24"/>
          <p:cNvPicPr preferRelativeResize="0"/>
          <p:nvPr/>
        </p:nvPicPr>
        <p:blipFill rotWithShape="1">
          <a:blip r:embed="rId3">
            <a:alphaModFix/>
          </a:blip>
          <a:srcRect b="0" l="0" r="0" t="0"/>
          <a:stretch/>
        </p:blipFill>
        <p:spPr>
          <a:xfrm>
            <a:off x="6105037" y="4675530"/>
            <a:ext cx="2540000" cy="17231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Content">
  <p:cSld name="Header + Content">
    <p:bg>
      <p:bgPr>
        <a:solidFill>
          <a:schemeClr val="dk1"/>
        </a:solidFill>
      </p:bgPr>
    </p:bg>
    <p:spTree>
      <p:nvGrpSpPr>
        <p:cNvPr id="26" name="Shape 26"/>
        <p:cNvGrpSpPr/>
        <p:nvPr/>
      </p:nvGrpSpPr>
      <p:grpSpPr>
        <a:xfrm>
          <a:off x="0" y="0"/>
          <a:ext cx="0" cy="0"/>
          <a:chOff x="0" y="0"/>
          <a:chExt cx="0" cy="0"/>
        </a:xfrm>
      </p:grpSpPr>
      <p:sp>
        <p:nvSpPr>
          <p:cNvPr id="27" name="Google Shape;27;p25"/>
          <p:cNvSpPr txBox="1"/>
          <p:nvPr>
            <p:ph type="title"/>
          </p:nvPr>
        </p:nvSpPr>
        <p:spPr>
          <a:xfrm>
            <a:off x="447923" y="369733"/>
            <a:ext cx="8197114" cy="9937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lt2"/>
              </a:buClr>
              <a:buSzPts val="3000"/>
              <a:buFont typeface="Encode Sans Black"/>
              <a:buNone/>
              <a:defRPr b="1" i="0" sz="3000" u="none" cap="none" strike="noStrike">
                <a:solidFill>
                  <a:schemeClr val="lt2"/>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28" name="Google Shape;28;p25"/>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sp>
        <p:nvSpPr>
          <p:cNvPr id="29" name="Google Shape;29;p25"/>
          <p:cNvSpPr txBox="1"/>
          <p:nvPr>
            <p:ph idx="1" type="body"/>
          </p:nvPr>
        </p:nvSpPr>
        <p:spPr>
          <a:xfrm>
            <a:off x="447923" y="1730667"/>
            <a:ext cx="8197114" cy="2365901"/>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lt2"/>
              </a:buClr>
              <a:buSzPts val="2400"/>
              <a:buFont typeface="Merriweather Sans"/>
              <a:buChar char="&gt;"/>
              <a:defRPr b="1" i="0" sz="2400" u="none" cap="none" strike="noStrike">
                <a:solidFill>
                  <a:schemeClr val="lt2"/>
                </a:solidFill>
                <a:latin typeface="Open Sans"/>
                <a:ea typeface="Open Sans"/>
                <a:cs typeface="Open Sans"/>
                <a:sym typeface="Open Sans"/>
              </a:defRPr>
            </a:lvl1pPr>
            <a:lvl2pPr indent="-355600" lvl="1" marL="914400" marR="0" rtl="0" algn="l">
              <a:lnSpc>
                <a:spcPct val="100000"/>
              </a:lnSpc>
              <a:spcBef>
                <a:spcPts val="400"/>
              </a:spcBef>
              <a:spcAft>
                <a:spcPts val="0"/>
              </a:spcAft>
              <a:buClr>
                <a:schemeClr val="lt2"/>
              </a:buClr>
              <a:buSzPts val="2000"/>
              <a:buFont typeface="Arial"/>
              <a:buChar char="–"/>
              <a:defRPr b="1" i="0" sz="2000" u="none" cap="none" strike="noStrike">
                <a:solidFill>
                  <a:schemeClr val="lt2"/>
                </a:solidFill>
                <a:latin typeface="Open Sans"/>
                <a:ea typeface="Open Sans"/>
                <a:cs typeface="Open Sans"/>
                <a:sym typeface="Open Sans"/>
              </a:defRPr>
            </a:lvl2pPr>
            <a:lvl3pPr indent="-342900" lvl="2" marL="1371600" marR="0" rtl="0" algn="l">
              <a:lnSpc>
                <a:spcPct val="100000"/>
              </a:lnSpc>
              <a:spcBef>
                <a:spcPts val="360"/>
              </a:spcBef>
              <a:spcAft>
                <a:spcPts val="0"/>
              </a:spcAft>
              <a:buClr>
                <a:schemeClr val="lt2"/>
              </a:buClr>
              <a:buSzPts val="1800"/>
              <a:buFont typeface="Merriweather Sans"/>
              <a:buChar char="&gt;"/>
              <a:defRPr b="1" i="0" sz="1800" u="none" cap="none" strike="noStrike">
                <a:solidFill>
                  <a:schemeClr val="lt2"/>
                </a:solidFill>
                <a:latin typeface="Open Sans"/>
                <a:ea typeface="Open Sans"/>
                <a:cs typeface="Open Sans"/>
                <a:sym typeface="Open Sans"/>
              </a:defRPr>
            </a:lvl3pPr>
            <a:lvl4pPr indent="-330200" lvl="3" marL="1828800" marR="0" rtl="0" algn="l">
              <a:lnSpc>
                <a:spcPct val="100000"/>
              </a:lnSpc>
              <a:spcBef>
                <a:spcPts val="320"/>
              </a:spcBef>
              <a:spcAft>
                <a:spcPts val="0"/>
              </a:spcAft>
              <a:buClr>
                <a:schemeClr val="lt2"/>
              </a:buClr>
              <a:buSzPts val="1600"/>
              <a:buFont typeface="Arial"/>
              <a:buChar char="–"/>
              <a:defRPr b="1" i="0" sz="1600" u="none" cap="none" strike="noStrike">
                <a:solidFill>
                  <a:schemeClr val="lt2"/>
                </a:solidFill>
                <a:latin typeface="Open Sans"/>
                <a:ea typeface="Open Sans"/>
                <a:cs typeface="Open Sans"/>
                <a:sym typeface="Open Sans"/>
              </a:defRPr>
            </a:lvl4pPr>
            <a:lvl5pPr indent="-317500" lvl="4" marL="2286000" marR="0" rtl="0" algn="l">
              <a:lnSpc>
                <a:spcPct val="100000"/>
              </a:lnSpc>
              <a:spcBef>
                <a:spcPts val="280"/>
              </a:spcBef>
              <a:spcAft>
                <a:spcPts val="0"/>
              </a:spcAft>
              <a:buClr>
                <a:schemeClr val="lt2"/>
              </a:buClr>
              <a:buSzPts val="1400"/>
              <a:buFont typeface="Merriweather Sans"/>
              <a:buChar char="&gt;"/>
              <a:defRPr b="1" i="0" sz="1400" u="none" cap="none" strike="noStrike">
                <a:solidFill>
                  <a:schemeClr val="lt2"/>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pic>
        <p:nvPicPr>
          <p:cNvPr id="30" name="Google Shape;30;p25"/>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Graphic">
  <p:cSld name="Header + Graphic">
    <p:bg>
      <p:bgPr>
        <a:solidFill>
          <a:schemeClr val="dk1"/>
        </a:solidFill>
      </p:bgPr>
    </p:bg>
    <p:spTree>
      <p:nvGrpSpPr>
        <p:cNvPr id="31" name="Shape 31"/>
        <p:cNvGrpSpPr/>
        <p:nvPr/>
      </p:nvGrpSpPr>
      <p:grpSpPr>
        <a:xfrm>
          <a:off x="0" y="0"/>
          <a:ext cx="0" cy="0"/>
          <a:chOff x="0" y="0"/>
          <a:chExt cx="0" cy="0"/>
        </a:xfrm>
      </p:grpSpPr>
      <p:sp>
        <p:nvSpPr>
          <p:cNvPr id="32" name="Google Shape;32;p26"/>
          <p:cNvSpPr txBox="1"/>
          <p:nvPr>
            <p:ph type="title"/>
          </p:nvPr>
        </p:nvSpPr>
        <p:spPr>
          <a:xfrm>
            <a:off x="460375" y="370622"/>
            <a:ext cx="8184662" cy="9937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lt2"/>
              </a:buClr>
              <a:buSzPts val="3000"/>
              <a:buFont typeface="Encode Sans Black"/>
              <a:buNone/>
              <a:defRPr b="1" i="0" sz="3000" u="none" cap="none" strike="noStrike">
                <a:solidFill>
                  <a:schemeClr val="lt2"/>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33" name="Google Shape;33;p26"/>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sp>
        <p:nvSpPr>
          <p:cNvPr id="34" name="Google Shape;34;p26"/>
          <p:cNvSpPr/>
          <p:nvPr>
            <p:ph idx="2" type="chart"/>
          </p:nvPr>
        </p:nvSpPr>
        <p:spPr>
          <a:xfrm>
            <a:off x="447923" y="1724977"/>
            <a:ext cx="8184662" cy="2828169"/>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480"/>
              </a:spcBef>
              <a:spcAft>
                <a:spcPts val="0"/>
              </a:spcAft>
              <a:buClr>
                <a:srgbClr val="FFFFFF"/>
              </a:buClr>
              <a:buSzPts val="2400"/>
              <a:buFont typeface="Arial"/>
              <a:buNone/>
              <a:defRPr b="0" i="1" sz="2400" u="none" cap="none" strike="noStrike">
                <a:solidFill>
                  <a:srgbClr val="FFFFFF"/>
                </a:solidFill>
                <a:latin typeface="Open Sans Light"/>
                <a:ea typeface="Open Sans Light"/>
                <a:cs typeface="Open Sans Light"/>
                <a:sym typeface="Open Sans Light"/>
              </a:defRPr>
            </a:lvl1pPr>
            <a:lvl2pPr lvl="1" marR="0" rtl="0" algn="l">
              <a:lnSpc>
                <a:spcPct val="100000"/>
              </a:lnSpc>
              <a:spcBef>
                <a:spcPts val="56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2pPr>
            <a:lvl3pPr lvl="2" marR="0" rtl="0" algn="l">
              <a:lnSpc>
                <a:spcPct val="100000"/>
              </a:lnSpc>
              <a:spcBef>
                <a:spcPts val="48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3pPr>
            <a:lvl4pPr lvl="3"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4pPr>
            <a:lvl5pPr lvl="4"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5pPr>
            <a:lvl6pPr lvl="5"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lvl="6"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lvl="7"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lvl="8" marR="0" rtl="0" algn="l">
              <a:lnSpc>
                <a:spcPct val="100000"/>
              </a:lnSpc>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pic>
        <p:nvPicPr>
          <p:cNvPr id="35" name="Google Shape;35;p26"/>
          <p:cNvPicPr preferRelativeResize="0"/>
          <p:nvPr/>
        </p:nvPicPr>
        <p:blipFill rotWithShape="1">
          <a:blip r:embed="rId3">
            <a:alphaModFix/>
          </a:blip>
          <a:srcRect b="0" l="0" r="0" t="0"/>
          <a:stretch/>
        </p:blipFill>
        <p:spPr>
          <a:xfrm>
            <a:off x="6105037" y="4675530"/>
            <a:ext cx="2540000" cy="17231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6" name="Shape 36"/>
        <p:cNvGrpSpPr/>
        <p:nvPr/>
      </p:nvGrpSpPr>
      <p:grpSpPr>
        <a:xfrm>
          <a:off x="0" y="0"/>
          <a:ext cx="0" cy="0"/>
          <a:chOff x="0" y="0"/>
          <a:chExt cx="0" cy="0"/>
        </a:xfrm>
      </p:grpSpPr>
      <p:sp>
        <p:nvSpPr>
          <p:cNvPr id="37" name="Google Shape;37;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ctr">
              <a:lnSpc>
                <a:spcPct val="100000"/>
              </a:lnSpc>
              <a:spcBef>
                <a:spcPts val="0"/>
              </a:spcBef>
              <a:spcAft>
                <a:spcPts val="0"/>
              </a:spcAft>
              <a:buClr>
                <a:schemeClr val="lt1"/>
              </a:buClr>
              <a:buSzPts val="2800"/>
              <a:buFont typeface="Calibri"/>
              <a:buNone/>
              <a:defRPr b="0" i="0" sz="44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38" name="Google Shape;38;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00000"/>
              </a:lnSpc>
              <a:spcBef>
                <a:spcPts val="0"/>
              </a:spcBef>
              <a:spcAft>
                <a:spcPts val="0"/>
              </a:spcAft>
              <a:buClr>
                <a:schemeClr val="lt1"/>
              </a:buClr>
              <a:buSzPts val="1800"/>
              <a:buFont typeface="Arial"/>
              <a:buChar char="●"/>
              <a:defRPr b="0" i="0" sz="3200" u="none" cap="none" strike="noStrike">
                <a:solidFill>
                  <a:schemeClr val="lt1"/>
                </a:solidFill>
                <a:latin typeface="Calibri"/>
                <a:ea typeface="Calibri"/>
                <a:cs typeface="Calibri"/>
                <a:sym typeface="Calibri"/>
              </a:defRPr>
            </a:lvl1pPr>
            <a:lvl2pPr indent="-317500" lvl="1" marL="914400" marR="0" rtl="0" algn="l">
              <a:lnSpc>
                <a:spcPct val="100000"/>
              </a:lnSpc>
              <a:spcBef>
                <a:spcPts val="0"/>
              </a:spcBef>
              <a:spcAft>
                <a:spcPts val="0"/>
              </a:spcAft>
              <a:buClr>
                <a:schemeClr val="lt1"/>
              </a:buClr>
              <a:buSzPts val="1400"/>
              <a:buFont typeface="Arial"/>
              <a:buChar char="○"/>
              <a:defRPr b="0" i="0" sz="2800" u="none" cap="none" strike="noStrike">
                <a:solidFill>
                  <a:schemeClr val="lt1"/>
                </a:solidFill>
                <a:latin typeface="Calibri"/>
                <a:ea typeface="Calibri"/>
                <a:cs typeface="Calibri"/>
                <a:sym typeface="Calibri"/>
              </a:defRPr>
            </a:lvl2pPr>
            <a:lvl3pPr indent="-317500" lvl="2" marL="1371600" marR="0" rtl="0" algn="l">
              <a:lnSpc>
                <a:spcPct val="100000"/>
              </a:lnSpc>
              <a:spcBef>
                <a:spcPts val="0"/>
              </a:spcBef>
              <a:spcAft>
                <a:spcPts val="0"/>
              </a:spcAft>
              <a:buClr>
                <a:schemeClr val="lt1"/>
              </a:buClr>
              <a:buSzPts val="1400"/>
              <a:buFont typeface="Arial"/>
              <a:buChar char="■"/>
              <a:defRPr b="0" i="0" sz="2400" u="none" cap="none" strike="noStrike">
                <a:solidFill>
                  <a:schemeClr val="lt1"/>
                </a:solidFill>
                <a:latin typeface="Calibri"/>
                <a:ea typeface="Calibri"/>
                <a:cs typeface="Calibri"/>
                <a:sym typeface="Calibri"/>
              </a:defRPr>
            </a:lvl3pPr>
            <a:lvl4pPr indent="-317500" lvl="3" marL="1828800" marR="0" rtl="0" algn="l">
              <a:lnSpc>
                <a:spcPct val="100000"/>
              </a:lnSpc>
              <a:spcBef>
                <a:spcPts val="0"/>
              </a:spcBef>
              <a:spcAft>
                <a:spcPts val="0"/>
              </a:spcAft>
              <a:buClr>
                <a:schemeClr val="lt1"/>
              </a:buClr>
              <a:buSzPts val="1400"/>
              <a:buFont typeface="Arial"/>
              <a:buChar char="●"/>
              <a:defRPr b="0" i="0" sz="2000" u="none" cap="none" strike="noStrike">
                <a:solidFill>
                  <a:schemeClr val="lt1"/>
                </a:solidFill>
                <a:latin typeface="Calibri"/>
                <a:ea typeface="Calibri"/>
                <a:cs typeface="Calibri"/>
                <a:sym typeface="Calibri"/>
              </a:defRPr>
            </a:lvl4pPr>
            <a:lvl5pPr indent="-317500" lvl="4" marL="2286000" marR="0" rtl="0" algn="l">
              <a:lnSpc>
                <a:spcPct val="100000"/>
              </a:lnSpc>
              <a:spcBef>
                <a:spcPts val="0"/>
              </a:spcBef>
              <a:spcAft>
                <a:spcPts val="0"/>
              </a:spcAft>
              <a:buClr>
                <a:schemeClr val="lt1"/>
              </a:buClr>
              <a:buSzPts val="1400"/>
              <a:buFont typeface="Arial"/>
              <a:buChar char="○"/>
              <a:defRPr b="0" i="0" sz="2000" u="none" cap="none" strike="noStrike">
                <a:solidFill>
                  <a:schemeClr val="lt1"/>
                </a:solidFill>
                <a:latin typeface="Calibri"/>
                <a:ea typeface="Calibri"/>
                <a:cs typeface="Calibri"/>
                <a:sym typeface="Calibri"/>
              </a:defRPr>
            </a:lvl5pPr>
            <a:lvl6pPr indent="-317500" lvl="5" marL="2743200" marR="0" rtl="0" algn="l">
              <a:lnSpc>
                <a:spcPct val="100000"/>
              </a:lnSpc>
              <a:spcBef>
                <a:spcPts val="0"/>
              </a:spcBef>
              <a:spcAft>
                <a:spcPts val="0"/>
              </a:spcAft>
              <a:buClr>
                <a:schemeClr val="lt1"/>
              </a:buClr>
              <a:buSzPts val="1400"/>
              <a:buFont typeface="Arial"/>
              <a:buChar char="■"/>
              <a:defRPr b="0" i="0" sz="2000" u="none" cap="none" strike="noStrike">
                <a:solidFill>
                  <a:schemeClr val="lt1"/>
                </a:solidFill>
                <a:latin typeface="Calibri"/>
                <a:ea typeface="Calibri"/>
                <a:cs typeface="Calibri"/>
                <a:sym typeface="Calibri"/>
              </a:defRPr>
            </a:lvl6pPr>
            <a:lvl7pPr indent="-317500" lvl="6" marL="3200400" marR="0" rtl="0" algn="l">
              <a:lnSpc>
                <a:spcPct val="100000"/>
              </a:lnSpc>
              <a:spcBef>
                <a:spcPts val="0"/>
              </a:spcBef>
              <a:spcAft>
                <a:spcPts val="0"/>
              </a:spcAft>
              <a:buClr>
                <a:schemeClr val="lt1"/>
              </a:buClr>
              <a:buSzPts val="1400"/>
              <a:buFont typeface="Arial"/>
              <a:buChar char="●"/>
              <a:defRPr b="0" i="0" sz="2000" u="none" cap="none" strike="noStrike">
                <a:solidFill>
                  <a:schemeClr val="lt1"/>
                </a:solidFill>
                <a:latin typeface="Calibri"/>
                <a:ea typeface="Calibri"/>
                <a:cs typeface="Calibri"/>
                <a:sym typeface="Calibri"/>
              </a:defRPr>
            </a:lvl7pPr>
            <a:lvl8pPr indent="-317500" lvl="7" marL="3657600" marR="0" rtl="0" algn="l">
              <a:lnSpc>
                <a:spcPct val="100000"/>
              </a:lnSpc>
              <a:spcBef>
                <a:spcPts val="0"/>
              </a:spcBef>
              <a:spcAft>
                <a:spcPts val="0"/>
              </a:spcAft>
              <a:buClr>
                <a:schemeClr val="lt1"/>
              </a:buClr>
              <a:buSzPts val="1400"/>
              <a:buFont typeface="Arial"/>
              <a:buChar char="○"/>
              <a:defRPr b="0" i="0" sz="2000" u="none" cap="none" strike="noStrike">
                <a:solidFill>
                  <a:schemeClr val="lt1"/>
                </a:solidFill>
                <a:latin typeface="Calibri"/>
                <a:ea typeface="Calibri"/>
                <a:cs typeface="Calibri"/>
                <a:sym typeface="Calibri"/>
              </a:defRPr>
            </a:lvl8pPr>
            <a:lvl9pPr indent="-317500" lvl="8" marL="4114800" marR="0" rtl="0" algn="l">
              <a:lnSpc>
                <a:spcPct val="100000"/>
              </a:lnSpc>
              <a:spcBef>
                <a:spcPts val="0"/>
              </a:spcBef>
              <a:spcAft>
                <a:spcPts val="0"/>
              </a:spcAft>
              <a:buClr>
                <a:schemeClr val="lt1"/>
              </a:buClr>
              <a:buSzPts val="1400"/>
              <a:buFont typeface="Arial"/>
              <a:buChar char="■"/>
              <a:defRPr b="0" i="0" sz="2000" u="none" cap="none" strike="noStrike">
                <a:solidFill>
                  <a:schemeClr val="lt1"/>
                </a:solidFill>
                <a:latin typeface="Calibri"/>
                <a:ea typeface="Calibri"/>
                <a:cs typeface="Calibri"/>
                <a:sym typeface="Calibri"/>
              </a:defRPr>
            </a:lvl9pPr>
          </a:lstStyle>
          <a:p/>
        </p:txBody>
      </p:sp>
      <p:sp>
        <p:nvSpPr>
          <p:cNvPr id="39" name="Google Shape;3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chemeClr val="lt1"/>
              </a:buClr>
              <a:buSzPts val="1800"/>
              <a:buFont typeface="Calibri"/>
              <a:buNone/>
              <a:defRPr b="0" i="0" sz="18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Subheader + Content">
  <p:cSld name="Header + Subheader + Content">
    <p:spTree>
      <p:nvGrpSpPr>
        <p:cNvPr id="41" name="Shape 41"/>
        <p:cNvGrpSpPr/>
        <p:nvPr/>
      </p:nvGrpSpPr>
      <p:grpSpPr>
        <a:xfrm>
          <a:off x="0" y="0"/>
          <a:ext cx="0" cy="0"/>
          <a:chOff x="0" y="0"/>
          <a:chExt cx="0" cy="0"/>
        </a:xfrm>
      </p:grpSpPr>
      <p:sp>
        <p:nvSpPr>
          <p:cNvPr id="42" name="Google Shape;42;p22"/>
          <p:cNvSpPr txBox="1"/>
          <p:nvPr>
            <p:ph type="title"/>
          </p:nvPr>
        </p:nvSpPr>
        <p:spPr>
          <a:xfrm>
            <a:off x="447922" y="369285"/>
            <a:ext cx="8197109" cy="9937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3000"/>
              <a:buFont typeface="Encode Sans Black"/>
              <a:buNone/>
              <a:defRPr b="1" i="0" sz="3000" u="none" cap="none" strike="noStrike">
                <a:solidFill>
                  <a:schemeClr val="dk1"/>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43" name="Google Shape;43;p22"/>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sp>
        <p:nvSpPr>
          <p:cNvPr id="44" name="Google Shape;44;p22"/>
          <p:cNvSpPr txBox="1"/>
          <p:nvPr>
            <p:ph idx="1" type="body"/>
          </p:nvPr>
        </p:nvSpPr>
        <p:spPr>
          <a:xfrm>
            <a:off x="460375" y="1730667"/>
            <a:ext cx="8184662" cy="41117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480"/>
              </a:spcBef>
              <a:spcAft>
                <a:spcPts val="0"/>
              </a:spcAft>
              <a:buClr>
                <a:schemeClr val="dk2"/>
              </a:buClr>
              <a:buSzPts val="2400"/>
              <a:buFont typeface="Arial"/>
              <a:buNone/>
              <a:defRPr b="0" i="0" sz="2400" u="none" cap="none" strike="noStrike">
                <a:solidFill>
                  <a:schemeClr val="dk2"/>
                </a:solidFill>
                <a:latin typeface="Arial"/>
                <a:ea typeface="Arial"/>
                <a:cs typeface="Arial"/>
                <a:sym typeface="Arial"/>
              </a:defRPr>
            </a:lvl1pPr>
            <a:lvl2pPr indent="-228600" lvl="1" marL="914400" marR="0" rtl="0" algn="l">
              <a:lnSpc>
                <a:spcPct val="100000"/>
              </a:lnSpc>
              <a:spcBef>
                <a:spcPts val="560"/>
              </a:spcBef>
              <a:spcAft>
                <a:spcPts val="0"/>
              </a:spcAft>
              <a:buClr>
                <a:srgbClr val="E8D3A2"/>
              </a:buClr>
              <a:buSzPts val="2800"/>
              <a:buFont typeface="Arial"/>
              <a:buNone/>
              <a:defRPr b="0" i="0" sz="2800" u="none" cap="none" strike="noStrike">
                <a:solidFill>
                  <a:srgbClr val="E8D3A2"/>
                </a:solidFill>
                <a:latin typeface="Encode Sans Black"/>
                <a:ea typeface="Encode Sans Black"/>
                <a:cs typeface="Encode Sans Black"/>
                <a:sym typeface="Encode Sans Black"/>
              </a:defRPr>
            </a:lvl2pPr>
            <a:lvl3pPr indent="-228600" lvl="2" marL="1371600" marR="0" rtl="0" algn="l">
              <a:lnSpc>
                <a:spcPct val="100000"/>
              </a:lnSpc>
              <a:spcBef>
                <a:spcPts val="480"/>
              </a:spcBef>
              <a:spcAft>
                <a:spcPts val="0"/>
              </a:spcAft>
              <a:buClr>
                <a:srgbClr val="E8D3A2"/>
              </a:buClr>
              <a:buSzPts val="2400"/>
              <a:buFont typeface="Arial"/>
              <a:buNone/>
              <a:defRPr b="0" i="0" sz="2400" u="none" cap="none" strike="noStrike">
                <a:solidFill>
                  <a:srgbClr val="E8D3A2"/>
                </a:solidFill>
                <a:latin typeface="Encode Sans Black"/>
                <a:ea typeface="Encode Sans Black"/>
                <a:cs typeface="Encode Sans Black"/>
                <a:sym typeface="Encode Sans Black"/>
              </a:defRPr>
            </a:lvl3pPr>
            <a:lvl4pPr indent="-228600" lvl="3" marL="1828800" marR="0" rtl="0" algn="l">
              <a:lnSpc>
                <a:spcPct val="100000"/>
              </a:lnSpc>
              <a:spcBef>
                <a:spcPts val="400"/>
              </a:spcBef>
              <a:spcAft>
                <a:spcPts val="0"/>
              </a:spcAft>
              <a:buClr>
                <a:srgbClr val="E8D3A2"/>
              </a:buClr>
              <a:buSzPts val="2000"/>
              <a:buFont typeface="Arial"/>
              <a:buNone/>
              <a:defRPr b="0" i="0" sz="2000" u="none" cap="none" strike="noStrike">
                <a:solidFill>
                  <a:srgbClr val="E8D3A2"/>
                </a:solidFill>
                <a:latin typeface="Encode Sans Black"/>
                <a:ea typeface="Encode Sans Black"/>
                <a:cs typeface="Encode Sans Black"/>
                <a:sym typeface="Encode Sans Black"/>
              </a:defRPr>
            </a:lvl4pPr>
            <a:lvl5pPr indent="-228600" lvl="4" marL="2286000" marR="0" rtl="0" algn="l">
              <a:lnSpc>
                <a:spcPct val="100000"/>
              </a:lnSpc>
              <a:spcBef>
                <a:spcPts val="400"/>
              </a:spcBef>
              <a:spcAft>
                <a:spcPts val="0"/>
              </a:spcAft>
              <a:buClr>
                <a:srgbClr val="E8D3A2"/>
              </a:buClr>
              <a:buSzPts val="2000"/>
              <a:buFont typeface="Arial"/>
              <a:buNone/>
              <a:defRPr b="0" i="0" sz="2000" u="none" cap="none" strike="noStrike">
                <a:solidFill>
                  <a:srgbClr val="E8D3A2"/>
                </a:solidFill>
                <a:latin typeface="Encode Sans Black"/>
                <a:ea typeface="Encode Sans Black"/>
                <a:cs typeface="Encode Sans Black"/>
                <a:sym typeface="Encode Sans Black"/>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5" name="Google Shape;45;p22"/>
          <p:cNvSpPr txBox="1"/>
          <p:nvPr>
            <p:ph idx="2" type="body"/>
          </p:nvPr>
        </p:nvSpPr>
        <p:spPr>
          <a:xfrm>
            <a:off x="447923" y="2320239"/>
            <a:ext cx="8197114" cy="2251761"/>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2"/>
              </a:buClr>
              <a:buSzPts val="2400"/>
              <a:buFont typeface="Merriweather Sans"/>
              <a:buChar char="&gt;"/>
              <a:defRPr b="1" i="0" sz="2400" u="none" cap="none" strike="noStrike">
                <a:solidFill>
                  <a:schemeClr val="dk2"/>
                </a:solidFill>
                <a:latin typeface="Open Sans"/>
                <a:ea typeface="Open Sans"/>
                <a:cs typeface="Open Sans"/>
                <a:sym typeface="Open Sans"/>
              </a:defRPr>
            </a:lvl1pPr>
            <a:lvl2pPr indent="-355600" lvl="1" marL="914400" marR="0" rtl="0" algn="l">
              <a:lnSpc>
                <a:spcPct val="100000"/>
              </a:lnSpc>
              <a:spcBef>
                <a:spcPts val="400"/>
              </a:spcBef>
              <a:spcAft>
                <a:spcPts val="0"/>
              </a:spcAft>
              <a:buClr>
                <a:schemeClr val="dk2"/>
              </a:buClr>
              <a:buSzPts val="2000"/>
              <a:buFont typeface="Arial"/>
              <a:buChar char="–"/>
              <a:defRPr b="1" i="0" sz="2000" u="none" cap="none" strike="noStrike">
                <a:solidFill>
                  <a:schemeClr val="dk2"/>
                </a:solidFill>
                <a:latin typeface="Open Sans"/>
                <a:ea typeface="Open Sans"/>
                <a:cs typeface="Open Sans"/>
                <a:sym typeface="Open Sans"/>
              </a:defRPr>
            </a:lvl2pPr>
            <a:lvl3pPr indent="-342900" lvl="2" marL="1371600" marR="0" rtl="0" algn="l">
              <a:lnSpc>
                <a:spcPct val="100000"/>
              </a:lnSpc>
              <a:spcBef>
                <a:spcPts val="360"/>
              </a:spcBef>
              <a:spcAft>
                <a:spcPts val="0"/>
              </a:spcAft>
              <a:buClr>
                <a:schemeClr val="dk2"/>
              </a:buClr>
              <a:buSzPts val="1800"/>
              <a:buFont typeface="Merriweather Sans"/>
              <a:buChar char="&gt;"/>
              <a:defRPr b="1" i="0" sz="1800" u="none" cap="none" strike="noStrike">
                <a:solidFill>
                  <a:schemeClr val="dk2"/>
                </a:solidFill>
                <a:latin typeface="Open Sans"/>
                <a:ea typeface="Open Sans"/>
                <a:cs typeface="Open Sans"/>
                <a:sym typeface="Open Sans"/>
              </a:defRPr>
            </a:lvl3pPr>
            <a:lvl4pPr indent="-330200" lvl="3" marL="1828800" marR="0" rtl="0" algn="l">
              <a:lnSpc>
                <a:spcPct val="100000"/>
              </a:lnSpc>
              <a:spcBef>
                <a:spcPts val="320"/>
              </a:spcBef>
              <a:spcAft>
                <a:spcPts val="0"/>
              </a:spcAft>
              <a:buClr>
                <a:schemeClr val="dk2"/>
              </a:buClr>
              <a:buSzPts val="1600"/>
              <a:buFont typeface="Arial"/>
              <a:buChar char="–"/>
              <a:defRPr b="1" i="0" sz="1600" u="none" cap="none" strike="noStrike">
                <a:solidFill>
                  <a:schemeClr val="dk2"/>
                </a:solidFill>
                <a:latin typeface="Open Sans"/>
                <a:ea typeface="Open Sans"/>
                <a:cs typeface="Open Sans"/>
                <a:sym typeface="Open Sans"/>
              </a:defRPr>
            </a:lvl4pPr>
            <a:lvl5pPr indent="-317500" lvl="4" marL="2286000" marR="0" rtl="0" algn="l">
              <a:lnSpc>
                <a:spcPct val="100000"/>
              </a:lnSpc>
              <a:spcBef>
                <a:spcPts val="280"/>
              </a:spcBef>
              <a:spcAft>
                <a:spcPts val="0"/>
              </a:spcAft>
              <a:buClr>
                <a:schemeClr val="dk2"/>
              </a:buClr>
              <a:buSzPts val="1400"/>
              <a:buFont typeface="Merriweather Sans"/>
              <a:buChar char="&gt;"/>
              <a:defRPr b="1" i="0" sz="1400" u="none" cap="none" strike="noStrike">
                <a:solidFill>
                  <a:schemeClr val="dk2"/>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id="46" name="Google Shape;46;p22"/>
          <p:cNvPicPr preferRelativeResize="0"/>
          <p:nvPr/>
        </p:nvPicPr>
        <p:blipFill rotWithShape="1">
          <a:blip r:embed="rId3">
            <a:alphaModFix/>
          </a:blip>
          <a:srcRect b="0" l="0" r="0" t="0"/>
          <a:stretch/>
        </p:blipFill>
        <p:spPr>
          <a:xfrm>
            <a:off x="6105041" y="4675530"/>
            <a:ext cx="2539991" cy="17231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47" name="Shape 47"/>
        <p:cNvGrpSpPr/>
        <p:nvPr/>
      </p:nvGrpSpPr>
      <p:grpSpPr>
        <a:xfrm>
          <a:off x="0" y="0"/>
          <a:ext cx="0" cy="0"/>
          <a:chOff x="0" y="0"/>
          <a:chExt cx="0" cy="0"/>
        </a:xfrm>
      </p:grpSpPr>
      <p:sp>
        <p:nvSpPr>
          <p:cNvPr id="48" name="Google Shape;48;p28"/>
          <p:cNvSpPr txBox="1"/>
          <p:nvPr>
            <p:ph type="title"/>
          </p:nvPr>
        </p:nvSpPr>
        <p:spPr>
          <a:xfrm>
            <a:off x="460375" y="644993"/>
            <a:ext cx="7023540" cy="2641756"/>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5000"/>
              <a:buFont typeface="Encode Sans Black"/>
              <a:buNone/>
              <a:defRPr b="1" i="0" sz="5000" u="none" cap="none" strike="noStrike">
                <a:solidFill>
                  <a:schemeClr val="dk1"/>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49" name="Google Shape;49;p28"/>
          <p:cNvPicPr preferRelativeResize="0"/>
          <p:nvPr/>
        </p:nvPicPr>
        <p:blipFill rotWithShape="1">
          <a:blip r:embed="rId2">
            <a:alphaModFix/>
          </a:blip>
          <a:srcRect b="0" l="0" r="0" t="0"/>
          <a:stretch/>
        </p:blipFill>
        <p:spPr>
          <a:xfrm>
            <a:off x="568081" y="3426449"/>
            <a:ext cx="1600200" cy="139700"/>
          </a:xfrm>
          <a:prstGeom prst="rect">
            <a:avLst/>
          </a:prstGeom>
          <a:noFill/>
          <a:ln>
            <a:noFill/>
          </a:ln>
        </p:spPr>
      </p:pic>
      <p:pic>
        <p:nvPicPr>
          <p:cNvPr id="50" name="Google Shape;50;p28"/>
          <p:cNvPicPr preferRelativeResize="0"/>
          <p:nvPr/>
        </p:nvPicPr>
        <p:blipFill rotWithShape="1">
          <a:blip r:embed="rId3">
            <a:alphaModFix/>
          </a:blip>
          <a:srcRect b="0" l="0" r="0" t="0"/>
          <a:stretch/>
        </p:blipFill>
        <p:spPr>
          <a:xfrm>
            <a:off x="568081" y="4599009"/>
            <a:ext cx="2425226" cy="213273"/>
          </a:xfrm>
          <a:prstGeom prst="rect">
            <a:avLst/>
          </a:prstGeom>
          <a:noFill/>
          <a:ln>
            <a:noFill/>
          </a:ln>
        </p:spPr>
      </p:pic>
      <p:pic>
        <p:nvPicPr>
          <p:cNvPr id="51" name="Google Shape;51;p28"/>
          <p:cNvPicPr preferRelativeResize="0"/>
          <p:nvPr/>
        </p:nvPicPr>
        <p:blipFill rotWithShape="1">
          <a:blip r:embed="rId4">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2" name="Shape 52"/>
        <p:cNvGrpSpPr/>
        <p:nvPr/>
      </p:nvGrpSpPr>
      <p:grpSpPr>
        <a:xfrm>
          <a:off x="0" y="0"/>
          <a:ext cx="0" cy="0"/>
          <a:chOff x="0" y="0"/>
          <a:chExt cx="0" cy="0"/>
        </a:xfrm>
      </p:grpSpPr>
      <p:sp>
        <p:nvSpPr>
          <p:cNvPr id="53" name="Google Shape;53;p29"/>
          <p:cNvSpPr txBox="1"/>
          <p:nvPr>
            <p:ph type="title"/>
          </p:nvPr>
        </p:nvSpPr>
        <p:spPr>
          <a:xfrm>
            <a:off x="460376" y="644993"/>
            <a:ext cx="7023540" cy="2641756"/>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5000"/>
              <a:buFont typeface="Encode Sans Black"/>
              <a:buNone/>
              <a:defRPr b="1" i="0" sz="5000" u="none" cap="none" strike="noStrike">
                <a:solidFill>
                  <a:schemeClr val="dk1"/>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54" name="Google Shape;54;p29"/>
          <p:cNvPicPr preferRelativeResize="0"/>
          <p:nvPr/>
        </p:nvPicPr>
        <p:blipFill rotWithShape="1">
          <a:blip r:embed="rId2">
            <a:alphaModFix/>
          </a:blip>
          <a:srcRect b="0" l="0" r="0" t="0"/>
          <a:stretch/>
        </p:blipFill>
        <p:spPr>
          <a:xfrm>
            <a:off x="568081" y="3426449"/>
            <a:ext cx="1600200" cy="139700"/>
          </a:xfrm>
          <a:prstGeom prst="rect">
            <a:avLst/>
          </a:prstGeom>
          <a:noFill/>
          <a:ln>
            <a:noFill/>
          </a:ln>
        </p:spPr>
      </p:pic>
      <p:pic>
        <p:nvPicPr>
          <p:cNvPr id="55" name="Google Shape;55;p29"/>
          <p:cNvPicPr preferRelativeResize="0"/>
          <p:nvPr/>
        </p:nvPicPr>
        <p:blipFill rotWithShape="1">
          <a:blip r:embed="rId3">
            <a:alphaModFix/>
          </a:blip>
          <a:srcRect b="0" l="0" r="0" t="0"/>
          <a:stretch/>
        </p:blipFill>
        <p:spPr>
          <a:xfrm>
            <a:off x="568085" y="4675530"/>
            <a:ext cx="2539991" cy="172311"/>
          </a:xfrm>
          <a:prstGeom prst="rect">
            <a:avLst/>
          </a:prstGeom>
          <a:noFill/>
          <a:ln>
            <a:noFill/>
          </a:ln>
        </p:spPr>
      </p:pic>
      <p:pic>
        <p:nvPicPr>
          <p:cNvPr id="56" name="Google Shape;56;p29"/>
          <p:cNvPicPr preferRelativeResize="0"/>
          <p:nvPr/>
        </p:nvPicPr>
        <p:blipFill rotWithShape="1">
          <a:blip r:embed="rId4">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Content">
  <p:cSld name="Header + Content">
    <p:spTree>
      <p:nvGrpSpPr>
        <p:cNvPr id="57" name="Shape 57"/>
        <p:cNvGrpSpPr/>
        <p:nvPr/>
      </p:nvGrpSpPr>
      <p:grpSpPr>
        <a:xfrm>
          <a:off x="0" y="0"/>
          <a:ext cx="0" cy="0"/>
          <a:chOff x="0" y="0"/>
          <a:chExt cx="0" cy="0"/>
        </a:xfrm>
      </p:grpSpPr>
      <p:sp>
        <p:nvSpPr>
          <p:cNvPr id="58" name="Google Shape;58;p30"/>
          <p:cNvSpPr txBox="1"/>
          <p:nvPr>
            <p:ph type="title"/>
          </p:nvPr>
        </p:nvSpPr>
        <p:spPr>
          <a:xfrm>
            <a:off x="460375" y="370622"/>
            <a:ext cx="8184662" cy="9937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3000"/>
              <a:buFont typeface="Encode Sans Black"/>
              <a:buNone/>
              <a:defRPr b="1" i="0" sz="3000" u="none" cap="none" strike="noStrike">
                <a:solidFill>
                  <a:schemeClr val="dk1"/>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59" name="Google Shape;59;p30"/>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sp>
        <p:nvSpPr>
          <p:cNvPr id="60" name="Google Shape;60;p30"/>
          <p:cNvSpPr txBox="1"/>
          <p:nvPr>
            <p:ph idx="1" type="body"/>
          </p:nvPr>
        </p:nvSpPr>
        <p:spPr>
          <a:xfrm>
            <a:off x="447923" y="1730667"/>
            <a:ext cx="8197114" cy="2365901"/>
          </a:xfrm>
          <a:prstGeom prst="rect">
            <a:avLst/>
          </a:prstGeom>
          <a:noFill/>
          <a:ln>
            <a:noFill/>
          </a:ln>
        </p:spPr>
        <p:txBody>
          <a:bodyPr anchorCtr="0" anchor="t" bIns="45700" lIns="91425" spcFirstLastPara="1" rIns="91425" wrap="square" tIns="45700">
            <a:noAutofit/>
          </a:bodyPr>
          <a:lstStyle>
            <a:lvl1pPr indent="-381000" lvl="0" marL="457200" marR="0" rtl="0" algn="l">
              <a:lnSpc>
                <a:spcPct val="100000"/>
              </a:lnSpc>
              <a:spcBef>
                <a:spcPts val="480"/>
              </a:spcBef>
              <a:spcAft>
                <a:spcPts val="0"/>
              </a:spcAft>
              <a:buClr>
                <a:schemeClr val="dk2"/>
              </a:buClr>
              <a:buSzPts val="2400"/>
              <a:buFont typeface="Merriweather Sans"/>
              <a:buChar char="&gt;"/>
              <a:defRPr b="1" i="0" sz="2400" u="none" cap="none" strike="noStrike">
                <a:solidFill>
                  <a:schemeClr val="dk2"/>
                </a:solidFill>
                <a:latin typeface="Open Sans"/>
                <a:ea typeface="Open Sans"/>
                <a:cs typeface="Open Sans"/>
                <a:sym typeface="Open Sans"/>
              </a:defRPr>
            </a:lvl1pPr>
            <a:lvl2pPr indent="-355600" lvl="1" marL="914400" marR="0" rtl="0" algn="l">
              <a:lnSpc>
                <a:spcPct val="100000"/>
              </a:lnSpc>
              <a:spcBef>
                <a:spcPts val="400"/>
              </a:spcBef>
              <a:spcAft>
                <a:spcPts val="0"/>
              </a:spcAft>
              <a:buClr>
                <a:schemeClr val="dk2"/>
              </a:buClr>
              <a:buSzPts val="2000"/>
              <a:buFont typeface="Arial"/>
              <a:buChar char="–"/>
              <a:defRPr b="1" i="0" sz="2000" u="none" cap="none" strike="noStrike">
                <a:solidFill>
                  <a:schemeClr val="dk2"/>
                </a:solidFill>
                <a:latin typeface="Open Sans"/>
                <a:ea typeface="Open Sans"/>
                <a:cs typeface="Open Sans"/>
                <a:sym typeface="Open Sans"/>
              </a:defRPr>
            </a:lvl2pPr>
            <a:lvl3pPr indent="-342900" lvl="2" marL="1371600" marR="0" rtl="0" algn="l">
              <a:lnSpc>
                <a:spcPct val="100000"/>
              </a:lnSpc>
              <a:spcBef>
                <a:spcPts val="360"/>
              </a:spcBef>
              <a:spcAft>
                <a:spcPts val="0"/>
              </a:spcAft>
              <a:buClr>
                <a:schemeClr val="dk2"/>
              </a:buClr>
              <a:buSzPts val="1800"/>
              <a:buFont typeface="Merriweather Sans"/>
              <a:buChar char="&gt;"/>
              <a:defRPr b="1" i="0" sz="1800" u="none" cap="none" strike="noStrike">
                <a:solidFill>
                  <a:schemeClr val="dk2"/>
                </a:solidFill>
                <a:latin typeface="Open Sans"/>
                <a:ea typeface="Open Sans"/>
                <a:cs typeface="Open Sans"/>
                <a:sym typeface="Open Sans"/>
              </a:defRPr>
            </a:lvl3pPr>
            <a:lvl4pPr indent="-330200" lvl="3" marL="1828800" marR="0" rtl="0" algn="l">
              <a:lnSpc>
                <a:spcPct val="100000"/>
              </a:lnSpc>
              <a:spcBef>
                <a:spcPts val="320"/>
              </a:spcBef>
              <a:spcAft>
                <a:spcPts val="0"/>
              </a:spcAft>
              <a:buClr>
                <a:schemeClr val="dk2"/>
              </a:buClr>
              <a:buSzPts val="1600"/>
              <a:buFont typeface="Arial"/>
              <a:buChar char="–"/>
              <a:defRPr b="1" i="0" sz="1600" u="none" cap="none" strike="noStrike">
                <a:solidFill>
                  <a:schemeClr val="dk2"/>
                </a:solidFill>
                <a:latin typeface="Open Sans"/>
                <a:ea typeface="Open Sans"/>
                <a:cs typeface="Open Sans"/>
                <a:sym typeface="Open Sans"/>
              </a:defRPr>
            </a:lvl4pPr>
            <a:lvl5pPr indent="-317500" lvl="4" marL="2286000" marR="0" rtl="0" algn="l">
              <a:lnSpc>
                <a:spcPct val="100000"/>
              </a:lnSpc>
              <a:spcBef>
                <a:spcPts val="280"/>
              </a:spcBef>
              <a:spcAft>
                <a:spcPts val="0"/>
              </a:spcAft>
              <a:buClr>
                <a:schemeClr val="dk2"/>
              </a:buClr>
              <a:buSzPts val="1400"/>
              <a:buFont typeface="Merriweather Sans"/>
              <a:buChar char="&gt;"/>
              <a:defRPr b="1" i="0" sz="1400" u="none" cap="none" strike="noStrike">
                <a:solidFill>
                  <a:schemeClr val="dk2"/>
                </a:solidFill>
                <a:latin typeface="Open Sans"/>
                <a:ea typeface="Open Sans"/>
                <a:cs typeface="Open Sans"/>
                <a:sym typeface="Open Sans"/>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id="61" name="Google Shape;61;p30"/>
          <p:cNvPicPr preferRelativeResize="0"/>
          <p:nvPr/>
        </p:nvPicPr>
        <p:blipFill rotWithShape="1">
          <a:blip r:embed="rId3">
            <a:alphaModFix/>
          </a:blip>
          <a:srcRect b="0" l="0" r="0" t="0"/>
          <a:stretch/>
        </p:blipFill>
        <p:spPr>
          <a:xfrm>
            <a:off x="7483915" y="4219956"/>
            <a:ext cx="1371600" cy="92354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 Graphic">
  <p:cSld name="Header + Graphic">
    <p:spTree>
      <p:nvGrpSpPr>
        <p:cNvPr id="62" name="Shape 62"/>
        <p:cNvGrpSpPr/>
        <p:nvPr/>
      </p:nvGrpSpPr>
      <p:grpSpPr>
        <a:xfrm>
          <a:off x="0" y="0"/>
          <a:ext cx="0" cy="0"/>
          <a:chOff x="0" y="0"/>
          <a:chExt cx="0" cy="0"/>
        </a:xfrm>
      </p:grpSpPr>
      <p:sp>
        <p:nvSpPr>
          <p:cNvPr id="63" name="Google Shape;63;p31"/>
          <p:cNvSpPr txBox="1"/>
          <p:nvPr>
            <p:ph type="title"/>
          </p:nvPr>
        </p:nvSpPr>
        <p:spPr>
          <a:xfrm>
            <a:off x="460375" y="369733"/>
            <a:ext cx="8172210" cy="9937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3000"/>
              <a:buFont typeface="Encode Sans Black"/>
              <a:buNone/>
              <a:defRPr b="1" i="0" sz="3000" u="none" cap="none" strike="noStrike">
                <a:solidFill>
                  <a:schemeClr val="dk1"/>
                </a:solidFill>
                <a:latin typeface="Encode Sans Black"/>
                <a:ea typeface="Encode Sans Black"/>
                <a:cs typeface="Encode Sans Black"/>
                <a:sym typeface="Encode Sans Black"/>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pic>
        <p:nvPicPr>
          <p:cNvPr id="64" name="Google Shape;64;p31"/>
          <p:cNvPicPr preferRelativeResize="0"/>
          <p:nvPr/>
        </p:nvPicPr>
        <p:blipFill rotWithShape="1">
          <a:blip r:embed="rId2">
            <a:alphaModFix/>
          </a:blip>
          <a:srcRect b="0" l="0" r="0" t="0"/>
          <a:stretch/>
        </p:blipFill>
        <p:spPr>
          <a:xfrm>
            <a:off x="549031" y="1363508"/>
            <a:ext cx="1103781" cy="96362"/>
          </a:xfrm>
          <a:prstGeom prst="rect">
            <a:avLst/>
          </a:prstGeom>
          <a:noFill/>
          <a:ln>
            <a:noFill/>
          </a:ln>
        </p:spPr>
      </p:pic>
      <p:sp>
        <p:nvSpPr>
          <p:cNvPr id="65" name="Google Shape;65;p31"/>
          <p:cNvSpPr/>
          <p:nvPr>
            <p:ph idx="2" type="chart"/>
          </p:nvPr>
        </p:nvSpPr>
        <p:spPr>
          <a:xfrm>
            <a:off x="447923" y="1724977"/>
            <a:ext cx="8184662" cy="2961163"/>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480"/>
              </a:spcBef>
              <a:spcAft>
                <a:spcPts val="0"/>
              </a:spcAft>
              <a:buClr>
                <a:schemeClr val="dk1"/>
              </a:buClr>
              <a:buSzPts val="2400"/>
              <a:buFont typeface="Arial"/>
              <a:buNone/>
              <a:defRPr b="0" i="1" sz="2400" u="none" cap="none" strike="noStrike">
                <a:solidFill>
                  <a:schemeClr val="dk1"/>
                </a:solidFill>
                <a:latin typeface="Open Sans Light"/>
                <a:ea typeface="Open Sans Light"/>
                <a:cs typeface="Open Sans Light"/>
                <a:sym typeface="Open Sans Light"/>
              </a:defRPr>
            </a:lvl1pPr>
            <a:lvl2pPr lvl="1"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id="66" name="Google Shape;66;p31"/>
          <p:cNvPicPr preferRelativeResize="0"/>
          <p:nvPr/>
        </p:nvPicPr>
        <p:blipFill rotWithShape="1">
          <a:blip r:embed="rId3">
            <a:alphaModFix/>
          </a:blip>
          <a:srcRect b="0" l="0" r="0" t="0"/>
          <a:stretch/>
        </p:blipFill>
        <p:spPr>
          <a:xfrm>
            <a:off x="6105041" y="4675530"/>
            <a:ext cx="2539991" cy="17231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7" name="Shape 67"/>
        <p:cNvGrpSpPr/>
        <p:nvPr/>
      </p:nvGrpSpPr>
      <p:grpSpPr>
        <a:xfrm>
          <a:off x="0" y="0"/>
          <a:ext cx="0" cy="0"/>
          <a:chOff x="0" y="0"/>
          <a:chExt cx="0" cy="0"/>
        </a:xfrm>
      </p:grpSpPr>
      <p:sp>
        <p:nvSpPr>
          <p:cNvPr id="68" name="Google Shape;68;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ctr">
              <a:lnSpc>
                <a:spcPct val="100000"/>
              </a:lnSpc>
              <a:spcBef>
                <a:spcPts val="0"/>
              </a:spcBef>
              <a:spcAft>
                <a:spcPts val="0"/>
              </a:spcAft>
              <a:buClr>
                <a:schemeClr val="dk1"/>
              </a:buClr>
              <a:buSzPts val="28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1800" u="none" cap="none" strike="noStrike">
                <a:solidFill>
                  <a:srgbClr val="000000"/>
                </a:solidFill>
                <a:latin typeface="Arial"/>
                <a:ea typeface="Arial"/>
                <a:cs typeface="Arial"/>
                <a:sym typeface="Arial"/>
              </a:defRPr>
            </a:lvl9pPr>
          </a:lstStyle>
          <a:p/>
        </p:txBody>
      </p:sp>
      <p:sp>
        <p:nvSpPr>
          <p:cNvPr id="69" name="Google Shape;69;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00000"/>
              </a:lnSpc>
              <a:spcBef>
                <a:spcPts val="0"/>
              </a:spcBef>
              <a:spcAft>
                <a:spcPts val="0"/>
              </a:spcAft>
              <a:buClr>
                <a:schemeClr val="dk1"/>
              </a:buClr>
              <a:buSzPts val="1800"/>
              <a:buFont typeface="Arial"/>
              <a:buChar char="●"/>
              <a:defRPr b="0" i="0" sz="3200" u="none" cap="none" strike="noStrike">
                <a:solidFill>
                  <a:schemeClr val="dk1"/>
                </a:solidFill>
                <a:latin typeface="Calibri"/>
                <a:ea typeface="Calibri"/>
                <a:cs typeface="Calibri"/>
                <a:sym typeface="Calibri"/>
              </a:defRPr>
            </a:lvl1pPr>
            <a:lvl2pPr indent="-317500" lvl="1" marL="914400" marR="0" rtl="0" algn="l">
              <a:lnSpc>
                <a:spcPct val="100000"/>
              </a:lnSpc>
              <a:spcBef>
                <a:spcPts val="0"/>
              </a:spcBef>
              <a:spcAft>
                <a:spcPts val="0"/>
              </a:spcAft>
              <a:buClr>
                <a:schemeClr val="dk1"/>
              </a:buClr>
              <a:buSzPts val="1400"/>
              <a:buFont typeface="Arial"/>
              <a:buChar char="○"/>
              <a:defRPr b="0" i="0" sz="2800" u="none" cap="none" strike="noStrike">
                <a:solidFill>
                  <a:schemeClr val="dk1"/>
                </a:solidFill>
                <a:latin typeface="Calibri"/>
                <a:ea typeface="Calibri"/>
                <a:cs typeface="Calibri"/>
                <a:sym typeface="Calibri"/>
              </a:defRPr>
            </a:lvl2pPr>
            <a:lvl3pPr indent="-317500" lvl="2" marL="1371600" marR="0" rtl="0" algn="l">
              <a:lnSpc>
                <a:spcPct val="100000"/>
              </a:lnSpc>
              <a:spcBef>
                <a:spcPts val="0"/>
              </a:spcBef>
              <a:spcAft>
                <a:spcPts val="0"/>
              </a:spcAft>
              <a:buClr>
                <a:schemeClr val="dk1"/>
              </a:buClr>
              <a:buSzPts val="1400"/>
              <a:buFont typeface="Arial"/>
              <a:buChar char="■"/>
              <a:defRPr b="0" i="0" sz="2400" u="none" cap="none" strike="noStrike">
                <a:solidFill>
                  <a:schemeClr val="dk1"/>
                </a:solidFill>
                <a:latin typeface="Calibri"/>
                <a:ea typeface="Calibri"/>
                <a:cs typeface="Calibri"/>
                <a:sym typeface="Calibri"/>
              </a:defRPr>
            </a:lvl3pPr>
            <a:lvl4pPr indent="-317500" lvl="3" marL="1828800" marR="0" rtl="0" algn="l">
              <a:lnSpc>
                <a:spcPct val="10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4pPr>
            <a:lvl5pPr indent="-317500" lvl="4" marL="2286000" marR="0" rtl="0" algn="l">
              <a:lnSpc>
                <a:spcPct val="10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5pPr>
            <a:lvl6pPr indent="-317500" lvl="5" marL="2743200" marR="0" rtl="0" algn="l">
              <a:lnSpc>
                <a:spcPct val="10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6pPr>
            <a:lvl7pPr indent="-317500" lvl="6" marL="3200400" marR="0" rtl="0" algn="l">
              <a:lnSpc>
                <a:spcPct val="10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7pPr>
            <a:lvl8pPr indent="-317500" lvl="7" marL="3657600" marR="0" rtl="0" algn="l">
              <a:lnSpc>
                <a:spcPct val="10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8pPr>
            <a:lvl9pPr indent="-317500" lvl="8" marL="4114800" marR="0" rtl="0" algn="l">
              <a:lnSpc>
                <a:spcPct val="100000"/>
              </a:lnSpc>
              <a:spcBef>
                <a:spcPts val="0"/>
              </a:spcBef>
              <a:spcAft>
                <a:spcPts val="0"/>
              </a:spcAft>
              <a:buClr>
                <a:schemeClr val="dk1"/>
              </a:buClr>
              <a:buSzPts val="1400"/>
              <a:buFont typeface="Arial"/>
              <a:buChar char="■"/>
              <a:defRPr b="0" i="0" sz="2000" u="none" cap="none" strike="noStrike">
                <a:solidFill>
                  <a:schemeClr val="dk1"/>
                </a:solidFill>
                <a:latin typeface="Calibri"/>
                <a:ea typeface="Calibri"/>
                <a:cs typeface="Calibri"/>
                <a:sym typeface="Calibri"/>
              </a:defRPr>
            </a:lvl9pPr>
          </a:lstStyle>
          <a:p/>
        </p:txBody>
      </p:sp>
      <p:sp>
        <p:nvSpPr>
          <p:cNvPr id="70" name="Google Shape;7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0" name="Shape 4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 id="2147483661"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
          <p:cNvSpPr txBox="1"/>
          <p:nvPr>
            <p:ph type="title"/>
          </p:nvPr>
        </p:nvSpPr>
        <p:spPr>
          <a:xfrm>
            <a:off x="460375" y="644993"/>
            <a:ext cx="6914984" cy="2641756"/>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5000"/>
              <a:buFont typeface="Encode Sans Black"/>
              <a:buNone/>
            </a:pPr>
            <a:r>
              <a:rPr lang="en-US"/>
              <a:t>PGST Meeting 3/13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2"/>
          <p:cNvSpPr txBox="1"/>
          <p:nvPr>
            <p:ph type="title"/>
          </p:nvPr>
        </p:nvSpPr>
        <p:spPr>
          <a:xfrm>
            <a:off x="447922" y="369285"/>
            <a:ext cx="8197109" cy="993775"/>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latin typeface="Encode Sans Black"/>
                <a:ea typeface="Encode Sans Black"/>
                <a:cs typeface="Encode Sans Black"/>
                <a:sym typeface="Encode Sans Black"/>
              </a:rPr>
              <a:t>Today's Agenda </a:t>
            </a:r>
            <a:endParaRPr/>
          </a:p>
        </p:txBody>
      </p:sp>
      <p:sp>
        <p:nvSpPr>
          <p:cNvPr id="81" name="Google Shape;81;p2"/>
          <p:cNvSpPr txBox="1"/>
          <p:nvPr>
            <p:ph idx="2" type="body"/>
          </p:nvPr>
        </p:nvSpPr>
        <p:spPr>
          <a:xfrm>
            <a:off x="447923" y="1600201"/>
            <a:ext cx="8197114" cy="2971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00"/>
              <a:buChar char="⮚"/>
            </a:pPr>
            <a:r>
              <a:rPr lang="en-US" sz="2000"/>
              <a:t>Overview of design statement </a:t>
            </a:r>
            <a:endParaRPr sz="2000"/>
          </a:p>
          <a:p>
            <a:pPr indent="-355600" lvl="1" marL="914400" rtl="0" algn="l">
              <a:lnSpc>
                <a:spcPct val="100000"/>
              </a:lnSpc>
              <a:spcBef>
                <a:spcPts val="0"/>
              </a:spcBef>
              <a:spcAft>
                <a:spcPts val="0"/>
              </a:spcAft>
              <a:buSzPts val="2000"/>
              <a:buChar char="–"/>
            </a:pPr>
            <a:r>
              <a:rPr lang="en-US"/>
              <a:t>Project Overview</a:t>
            </a:r>
            <a:endParaRPr/>
          </a:p>
          <a:p>
            <a:pPr indent="-355600" lvl="1" marL="914400" rtl="0" algn="l">
              <a:lnSpc>
                <a:spcPct val="100000"/>
              </a:lnSpc>
              <a:spcBef>
                <a:spcPts val="0"/>
              </a:spcBef>
              <a:spcAft>
                <a:spcPts val="0"/>
              </a:spcAft>
              <a:buSzPts val="2000"/>
              <a:buChar char="–"/>
            </a:pPr>
            <a:r>
              <a:rPr lang="en-US"/>
              <a:t>Site Visit Observations</a:t>
            </a:r>
            <a:endParaRPr/>
          </a:p>
          <a:p>
            <a:pPr indent="-355600" lvl="1" marL="914400" rtl="0" algn="l">
              <a:lnSpc>
                <a:spcPct val="100000"/>
              </a:lnSpc>
              <a:spcBef>
                <a:spcPts val="0"/>
              </a:spcBef>
              <a:spcAft>
                <a:spcPts val="0"/>
              </a:spcAft>
              <a:buSzPts val="2000"/>
              <a:buChar char="–"/>
            </a:pPr>
            <a:r>
              <a:rPr lang="en-US"/>
              <a:t>Technical Scope</a:t>
            </a:r>
            <a:endParaRPr/>
          </a:p>
          <a:p>
            <a:pPr indent="-355600" lvl="1" marL="914400" rtl="0" algn="l">
              <a:lnSpc>
                <a:spcPct val="100000"/>
              </a:lnSpc>
              <a:spcBef>
                <a:spcPts val="0"/>
              </a:spcBef>
              <a:spcAft>
                <a:spcPts val="0"/>
              </a:spcAft>
              <a:buSzPts val="2000"/>
              <a:buChar char="–"/>
            </a:pPr>
            <a:r>
              <a:rPr lang="en-US"/>
              <a:t>Economic Scope</a:t>
            </a:r>
            <a:endParaRPr/>
          </a:p>
          <a:p>
            <a:pPr indent="0" lvl="0" marL="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If everything we discuss today sounds good, we will send over the official design statement soon!</a:t>
            </a:r>
            <a:endParaRPr sz="2000"/>
          </a:p>
          <a:p>
            <a:pPr indent="-355600" lvl="0" marL="457200" rtl="0" algn="l">
              <a:lnSpc>
                <a:spcPct val="100000"/>
              </a:lnSpc>
              <a:spcBef>
                <a:spcPts val="0"/>
              </a:spcBef>
              <a:spcAft>
                <a:spcPts val="0"/>
              </a:spcAft>
              <a:buSzPts val="2000"/>
              <a:buChar char="⮚"/>
            </a:pPr>
            <a:r>
              <a:rPr lang="en-US" sz="2000"/>
              <a:t>If there are changes to be made, we will adjust.</a:t>
            </a:r>
            <a:endParaRPr sz="2000"/>
          </a:p>
          <a:p>
            <a:pPr indent="0" lvl="0" marL="0" rtl="0" algn="l">
              <a:lnSpc>
                <a:spcPct val="100000"/>
              </a:lnSpc>
              <a:spcBef>
                <a:spcPts val="0"/>
              </a:spcBef>
              <a:spcAft>
                <a:spcPts val="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3cf55fad4b3_1_14"/>
          <p:cNvSpPr txBox="1"/>
          <p:nvPr>
            <p:ph type="title"/>
          </p:nvPr>
        </p:nvSpPr>
        <p:spPr>
          <a:xfrm>
            <a:off x="447925" y="369275"/>
            <a:ext cx="84033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t>Project Overview</a:t>
            </a:r>
            <a:endParaRPr/>
          </a:p>
        </p:txBody>
      </p:sp>
      <p:sp>
        <p:nvSpPr>
          <p:cNvPr id="87" name="Google Shape;87;g3cf55fad4b3_1_14"/>
          <p:cNvSpPr txBox="1"/>
          <p:nvPr>
            <p:ph idx="2" type="body"/>
          </p:nvPr>
        </p:nvSpPr>
        <p:spPr>
          <a:xfrm>
            <a:off x="447925" y="1600200"/>
            <a:ext cx="8197200" cy="33189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00"/>
              <a:buChar char="⮚"/>
            </a:pPr>
            <a:r>
              <a:rPr lang="en-US" sz="2000"/>
              <a:t>Alignment with PGST “Comprehensive Climate Action Plan” to reduce GHG emissions.</a:t>
            </a:r>
            <a:endParaRPr sz="2000"/>
          </a:p>
          <a:p>
            <a:pPr indent="0" lvl="0" marL="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UW CEI and ChemE collaborating with PGST to explore decarbonizing the administrative complex. </a:t>
            </a:r>
            <a:endParaRPr sz="2000"/>
          </a:p>
          <a:p>
            <a:pPr indent="-355600" lvl="1" marL="914400" rtl="0" algn="l">
              <a:lnSpc>
                <a:spcPct val="100000"/>
              </a:lnSpc>
              <a:spcBef>
                <a:spcPts val="0"/>
              </a:spcBef>
              <a:spcAft>
                <a:spcPts val="0"/>
              </a:spcAft>
              <a:buSzPts val="2000"/>
              <a:buChar char="–"/>
            </a:pPr>
            <a:r>
              <a:rPr lang="en-US" sz="2000"/>
              <a:t>W</a:t>
            </a:r>
            <a:r>
              <a:rPr lang="en-US" sz="2000"/>
              <a:t>ill be exploring range of infrastructure improvements.</a:t>
            </a:r>
            <a:endParaRPr sz="2000"/>
          </a:p>
          <a:p>
            <a:pPr indent="-355600" lvl="1" marL="914400" rtl="0" algn="l">
              <a:lnSpc>
                <a:spcPct val="100000"/>
              </a:lnSpc>
              <a:spcBef>
                <a:spcPts val="0"/>
              </a:spcBef>
              <a:spcAft>
                <a:spcPts val="0"/>
              </a:spcAft>
              <a:buSzPts val="2000"/>
              <a:buChar char="–"/>
            </a:pPr>
            <a:r>
              <a:rPr lang="en-US"/>
              <a:t>Will p</a:t>
            </a:r>
            <a:r>
              <a:rPr lang="en-US" sz="2000"/>
              <a:t>rovide estimates of the capital and operating costs, energy savings, and GHG reductions associated with each scenario</a:t>
            </a:r>
            <a:r>
              <a:rPr lang="en-US"/>
              <a:t>.</a:t>
            </a:r>
            <a:endParaRPr/>
          </a:p>
          <a:p>
            <a:pPr indent="-355600" lvl="1" marL="914400" rtl="0" algn="l">
              <a:lnSpc>
                <a:spcPct val="100000"/>
              </a:lnSpc>
              <a:spcBef>
                <a:spcPts val="0"/>
              </a:spcBef>
              <a:spcAft>
                <a:spcPts val="0"/>
              </a:spcAft>
              <a:buSzPts val="2000"/>
              <a:buChar char="–"/>
            </a:pPr>
            <a:r>
              <a:rPr lang="en-US"/>
              <a:t>Help PGST choose decarbonization </a:t>
            </a:r>
            <a:r>
              <a:rPr lang="en-US"/>
              <a:t>strategy</a:t>
            </a:r>
            <a:r>
              <a:rPr lang="en-US"/>
              <a:t> </a:t>
            </a:r>
            <a:endParaRPr/>
          </a:p>
          <a:p>
            <a:pPr indent="0" lvl="0" marL="0" rtl="0" algn="l">
              <a:lnSpc>
                <a:spcPct val="100000"/>
              </a:lnSpc>
              <a:spcBef>
                <a:spcPts val="0"/>
              </a:spcBef>
              <a:spcAft>
                <a:spcPts val="0"/>
              </a:spcAft>
              <a:buNone/>
            </a:pPr>
            <a:r>
              <a:t/>
            </a:r>
            <a:endParaRPr sz="2000"/>
          </a:p>
          <a:p>
            <a:pPr indent="0" lvl="0" marL="457200" rtl="0" algn="l">
              <a:lnSpc>
                <a:spcPct val="100000"/>
              </a:lnSpc>
              <a:spcBef>
                <a:spcPts val="0"/>
              </a:spcBef>
              <a:spcAft>
                <a:spcPts val="0"/>
              </a:spcAft>
              <a:buNone/>
            </a:pPr>
            <a:r>
              <a:t/>
            </a:r>
            <a:endParaRPr sz="2000"/>
          </a:p>
          <a:p>
            <a:pPr indent="0" lvl="0" marL="0" rtl="0" algn="l">
              <a:lnSpc>
                <a:spcPct val="100000"/>
              </a:lnSpc>
              <a:spcBef>
                <a:spcPts val="0"/>
              </a:spcBef>
              <a:spcAft>
                <a:spcPts val="0"/>
              </a:spcAft>
              <a:buNone/>
            </a:pPr>
            <a:r>
              <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cfa21a54aa_0_21"/>
          <p:cNvSpPr txBox="1"/>
          <p:nvPr>
            <p:ph type="title"/>
          </p:nvPr>
        </p:nvSpPr>
        <p:spPr>
          <a:xfrm>
            <a:off x="447925" y="369275"/>
            <a:ext cx="84033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t>Project Overview - Cont.</a:t>
            </a:r>
            <a:endParaRPr/>
          </a:p>
        </p:txBody>
      </p:sp>
      <p:sp>
        <p:nvSpPr>
          <p:cNvPr id="93" name="Google Shape;93;g3cfa21a54aa_0_21"/>
          <p:cNvSpPr txBox="1"/>
          <p:nvPr>
            <p:ph idx="2" type="body"/>
          </p:nvPr>
        </p:nvSpPr>
        <p:spPr>
          <a:xfrm>
            <a:off x="447923" y="1600201"/>
            <a:ext cx="8197200" cy="29718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Clr>
                <a:schemeClr val="dk1"/>
              </a:buClr>
              <a:buSzPts val="2000"/>
              <a:buChar char="⮚"/>
            </a:pPr>
            <a:r>
              <a:rPr lang="en-US" sz="2000"/>
              <a:t>Our project was greatly benefitted by e</a:t>
            </a:r>
            <a:r>
              <a:rPr lang="en-US" sz="2000"/>
              <a:t>xtensive energy usage data provided by Rachel Gates:</a:t>
            </a:r>
            <a:endParaRPr sz="2000"/>
          </a:p>
          <a:p>
            <a:pPr indent="-355600" lvl="1" marL="914400" rtl="0" algn="l">
              <a:lnSpc>
                <a:spcPct val="100000"/>
              </a:lnSpc>
              <a:spcBef>
                <a:spcPts val="0"/>
              </a:spcBef>
              <a:spcAft>
                <a:spcPts val="0"/>
              </a:spcAft>
              <a:buSzPts val="2000"/>
              <a:buChar char="–"/>
            </a:pPr>
            <a:r>
              <a:rPr lang="en-US"/>
              <a:t>Campus makeup, propane data, e</a:t>
            </a:r>
            <a:r>
              <a:rPr lang="en-US"/>
              <a:t>lectricity data</a:t>
            </a:r>
            <a:endParaRPr/>
          </a:p>
          <a:p>
            <a:pPr indent="-355600" lvl="1" marL="914400" rtl="0" algn="l">
              <a:lnSpc>
                <a:spcPct val="100000"/>
              </a:lnSpc>
              <a:spcBef>
                <a:spcPts val="0"/>
              </a:spcBef>
              <a:spcAft>
                <a:spcPts val="0"/>
              </a:spcAft>
              <a:buSzPts val="2000"/>
              <a:buChar char="–"/>
            </a:pPr>
            <a:r>
              <a:rPr lang="en-US"/>
              <a:t>B</a:t>
            </a:r>
            <a:r>
              <a:rPr lang="en-US" sz="2000"/>
              <a:t>uildings share electricity billing</a:t>
            </a:r>
            <a:endParaRPr/>
          </a:p>
          <a:p>
            <a:pPr indent="-355600" lvl="1" marL="914400" rtl="0" algn="l">
              <a:lnSpc>
                <a:spcPct val="100000"/>
              </a:lnSpc>
              <a:spcBef>
                <a:spcPts val="0"/>
              </a:spcBef>
              <a:spcAft>
                <a:spcPts val="0"/>
              </a:spcAft>
              <a:buSzPts val="2000"/>
              <a:buChar char="–"/>
            </a:pPr>
            <a:r>
              <a:rPr lang="en-US" sz="2000"/>
              <a:t>9 units consum</a:t>
            </a:r>
            <a:r>
              <a:rPr lang="en-US"/>
              <a:t>ing</a:t>
            </a:r>
            <a:r>
              <a:rPr lang="en-US" sz="2000"/>
              <a:t> propane</a:t>
            </a:r>
            <a:r>
              <a:rPr lang="en-US"/>
              <a:t> (Boilers, furnaces, domestic hot water heaters, and stoves).</a:t>
            </a:r>
            <a:endParaRPr/>
          </a:p>
          <a:p>
            <a:pPr indent="0" lvl="0" marL="45720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cf55fad4b3_1_19"/>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t>Key Site Visit Observations</a:t>
            </a:r>
            <a:endParaRPr/>
          </a:p>
        </p:txBody>
      </p:sp>
      <p:sp>
        <p:nvSpPr>
          <p:cNvPr id="99" name="Google Shape;99;g3cf55fad4b3_1_19"/>
          <p:cNvSpPr txBox="1"/>
          <p:nvPr>
            <p:ph idx="2" type="body"/>
          </p:nvPr>
        </p:nvSpPr>
        <p:spPr>
          <a:xfrm>
            <a:off x="447925" y="1520100"/>
            <a:ext cx="8373900" cy="33357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00"/>
              <a:buChar char="⮚"/>
            </a:pPr>
            <a:r>
              <a:rPr lang="en-US" sz="2000"/>
              <a:t>We do not aim to retrofit/alter culturally-significant buildings</a:t>
            </a:r>
            <a:endParaRPr sz="2000"/>
          </a:p>
          <a:p>
            <a:pPr indent="-355600" lvl="1" marL="914400" rtl="0" algn="l">
              <a:lnSpc>
                <a:spcPct val="100000"/>
              </a:lnSpc>
              <a:spcBef>
                <a:spcPts val="0"/>
              </a:spcBef>
              <a:spcAft>
                <a:spcPts val="0"/>
              </a:spcAft>
              <a:buSzPts val="2000"/>
              <a:buChar char="–"/>
            </a:pPr>
            <a:r>
              <a:rPr lang="en-US"/>
              <a:t>Will keep within appropriate boundaries</a:t>
            </a:r>
            <a:endParaRPr/>
          </a:p>
          <a:p>
            <a:pPr indent="0" lvl="0" marL="914400" rtl="0" algn="l">
              <a:lnSpc>
                <a:spcPct val="100000"/>
              </a:lnSpc>
              <a:spcBef>
                <a:spcPts val="0"/>
              </a:spcBef>
              <a:spcAft>
                <a:spcPts val="0"/>
              </a:spcAft>
              <a:buNone/>
            </a:pPr>
            <a:r>
              <a:t/>
            </a:r>
            <a:endParaRPr/>
          </a:p>
          <a:p>
            <a:pPr indent="-355600" lvl="0" marL="457200" rtl="0" algn="l">
              <a:spcBef>
                <a:spcPts val="0"/>
              </a:spcBef>
              <a:spcAft>
                <a:spcPts val="0"/>
              </a:spcAft>
              <a:buClr>
                <a:schemeClr val="dk1"/>
              </a:buClr>
              <a:buSzPts val="2000"/>
              <a:buChar char="⮚"/>
            </a:pPr>
            <a:r>
              <a:rPr lang="en-US" sz="2000">
                <a:solidFill>
                  <a:schemeClr val="dk1"/>
                </a:solidFill>
              </a:rPr>
              <a:t>Different propane heating systems</a:t>
            </a:r>
            <a:endParaRPr sz="2000">
              <a:solidFill>
                <a:schemeClr val="dk1"/>
              </a:solidFill>
            </a:endParaRPr>
          </a:p>
          <a:p>
            <a:pPr indent="-355600" lvl="1" marL="914400" rtl="0" algn="l">
              <a:spcBef>
                <a:spcPts val="0"/>
              </a:spcBef>
              <a:spcAft>
                <a:spcPts val="0"/>
              </a:spcAft>
              <a:buClr>
                <a:schemeClr val="dk1"/>
              </a:buClr>
              <a:buSzPts val="2000"/>
              <a:buChar char="–"/>
            </a:pPr>
            <a:r>
              <a:rPr lang="en-US">
                <a:solidFill>
                  <a:schemeClr val="dk1"/>
                </a:solidFill>
              </a:rPr>
              <a:t>Longhouse &amp; Early Career Center - hydronic heating</a:t>
            </a:r>
            <a:endParaRPr>
              <a:solidFill>
                <a:schemeClr val="dk1"/>
              </a:solidFill>
            </a:endParaRPr>
          </a:p>
          <a:p>
            <a:pPr indent="-355600" lvl="1" marL="914400" rtl="0" algn="l">
              <a:spcBef>
                <a:spcPts val="0"/>
              </a:spcBef>
              <a:spcAft>
                <a:spcPts val="0"/>
              </a:spcAft>
              <a:buClr>
                <a:schemeClr val="dk1"/>
              </a:buClr>
              <a:buSzPts val="2000"/>
              <a:buChar char="–"/>
            </a:pPr>
            <a:r>
              <a:rPr lang="en-US">
                <a:solidFill>
                  <a:schemeClr val="dk1"/>
                </a:solidFill>
              </a:rPr>
              <a:t>Early Career Center - concurrent systems</a:t>
            </a:r>
            <a:endParaRPr>
              <a:solidFill>
                <a:schemeClr val="dk1"/>
              </a:solidFill>
            </a:endParaRPr>
          </a:p>
          <a:p>
            <a:pPr indent="-355600" lvl="1" marL="914400" rtl="0" algn="l">
              <a:spcBef>
                <a:spcPts val="0"/>
              </a:spcBef>
              <a:spcAft>
                <a:spcPts val="0"/>
              </a:spcAft>
              <a:buClr>
                <a:schemeClr val="dk1"/>
              </a:buClr>
              <a:buSzPts val="2000"/>
              <a:buChar char="–"/>
            </a:pPr>
            <a:r>
              <a:rPr lang="en-US">
                <a:solidFill>
                  <a:schemeClr val="dk1"/>
                </a:solidFill>
              </a:rPr>
              <a:t>The gym and CFS buildings use a forced air system</a:t>
            </a:r>
            <a:endParaRPr>
              <a:solidFill>
                <a:schemeClr val="dk1"/>
              </a:solidFill>
            </a:endParaRPr>
          </a:p>
          <a:p>
            <a:pPr indent="0" lvl="0" marL="914400" rtl="0" algn="l">
              <a:spcBef>
                <a:spcPts val="0"/>
              </a:spcBef>
              <a:spcAft>
                <a:spcPts val="0"/>
              </a:spcAft>
              <a:buNone/>
            </a:pPr>
            <a:r>
              <a:t/>
            </a:r>
            <a:endParaRPr>
              <a:solidFill>
                <a:schemeClr val="dk1"/>
              </a:solidFill>
            </a:endParaRPr>
          </a:p>
          <a:p>
            <a:pPr indent="-355600" lvl="0" marL="457200" rtl="0" algn="l">
              <a:spcBef>
                <a:spcPts val="0"/>
              </a:spcBef>
              <a:spcAft>
                <a:spcPts val="0"/>
              </a:spcAft>
              <a:buClr>
                <a:schemeClr val="dk1"/>
              </a:buClr>
              <a:buSzPts val="2000"/>
              <a:buChar char="⮚"/>
            </a:pPr>
            <a:r>
              <a:rPr lang="en-US" sz="2000">
                <a:solidFill>
                  <a:schemeClr val="dk1"/>
                </a:solidFill>
              </a:rPr>
              <a:t>Control issues → uncertainty, potential savings</a:t>
            </a:r>
            <a:endParaRPr sz="2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cfa21a54aa_0_26"/>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t>Technical</a:t>
            </a:r>
            <a:r>
              <a:rPr lang="en-US"/>
              <a:t> Scope - Primary Goal</a:t>
            </a:r>
            <a:endParaRPr/>
          </a:p>
        </p:txBody>
      </p:sp>
      <p:sp>
        <p:nvSpPr>
          <p:cNvPr id="105" name="Google Shape;105;g3cfa21a54aa_0_26"/>
          <p:cNvSpPr txBox="1"/>
          <p:nvPr>
            <p:ph idx="2" type="body"/>
          </p:nvPr>
        </p:nvSpPr>
        <p:spPr>
          <a:xfrm>
            <a:off x="447925" y="1600200"/>
            <a:ext cx="8197200" cy="32415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00"/>
              <a:buChar char="⮚"/>
            </a:pPr>
            <a:r>
              <a:rPr lang="en-US" sz="2000" u="sng"/>
              <a:t>Primary Goal:</a:t>
            </a:r>
            <a:r>
              <a:rPr lang="en-US" sz="2000"/>
              <a:t> Reduce propane usage as it is large source of GHG emissions controlled by infrastructure decisions.</a:t>
            </a:r>
            <a:endParaRPr sz="2000"/>
          </a:p>
          <a:p>
            <a:pPr indent="0" lvl="0" marL="0" rtl="0" algn="l">
              <a:lnSpc>
                <a:spcPct val="100000"/>
              </a:lnSpc>
              <a:spcBef>
                <a:spcPts val="0"/>
              </a:spcBef>
              <a:spcAft>
                <a:spcPts val="0"/>
              </a:spcAft>
              <a:buNone/>
            </a:pPr>
            <a:r>
              <a:t/>
            </a:r>
            <a:endParaRPr sz="2000"/>
          </a:p>
          <a:p>
            <a:pPr indent="-342900" lvl="0" marL="342900" rtl="0" algn="l">
              <a:lnSpc>
                <a:spcPct val="100000"/>
              </a:lnSpc>
              <a:spcBef>
                <a:spcPts val="0"/>
              </a:spcBef>
              <a:spcAft>
                <a:spcPts val="0"/>
              </a:spcAft>
              <a:buSzPts val="2000"/>
              <a:buChar char="⮚"/>
            </a:pPr>
            <a:r>
              <a:rPr lang="en-US" sz="2000"/>
              <a:t>Evaluating </a:t>
            </a:r>
            <a:r>
              <a:rPr lang="en-US" sz="2000" u="sng"/>
              <a:t>air-source heat pumps (ASHP)</a:t>
            </a:r>
            <a:r>
              <a:rPr lang="en-US" sz="2000"/>
              <a:t> and </a:t>
            </a:r>
            <a:r>
              <a:rPr lang="en-US" sz="2000" u="sng"/>
              <a:t>e</a:t>
            </a:r>
            <a:r>
              <a:rPr lang="en-US" sz="2000" u="sng"/>
              <a:t>lectric boilers</a:t>
            </a:r>
            <a:endParaRPr sz="2000" u="sng"/>
          </a:p>
          <a:p>
            <a:pPr indent="0" lvl="0" marL="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We will evaluate pros and cons of both options</a:t>
            </a:r>
            <a:endParaRPr/>
          </a:p>
          <a:p>
            <a:pPr indent="-355600" lvl="1" marL="914400" rtl="0" algn="l">
              <a:lnSpc>
                <a:spcPct val="100000"/>
              </a:lnSpc>
              <a:spcBef>
                <a:spcPts val="0"/>
              </a:spcBef>
              <a:spcAft>
                <a:spcPts val="0"/>
              </a:spcAft>
              <a:buSzPts val="2000"/>
              <a:buChar char="–"/>
            </a:pPr>
            <a:r>
              <a:rPr lang="en-US"/>
              <a:t>Operating costs</a:t>
            </a:r>
            <a:endParaRPr/>
          </a:p>
          <a:p>
            <a:pPr indent="-355600" lvl="1" marL="914400" rtl="0" algn="l">
              <a:lnSpc>
                <a:spcPct val="100000"/>
              </a:lnSpc>
              <a:spcBef>
                <a:spcPts val="0"/>
              </a:spcBef>
              <a:spcAft>
                <a:spcPts val="0"/>
              </a:spcAft>
              <a:buSzPts val="2000"/>
              <a:buChar char="–"/>
            </a:pPr>
            <a:r>
              <a:rPr lang="en-US"/>
              <a:t>Capital costs</a:t>
            </a:r>
            <a:endParaRPr/>
          </a:p>
          <a:p>
            <a:pPr indent="-355600" lvl="1" marL="914400" rtl="0" algn="l">
              <a:spcBef>
                <a:spcPts val="0"/>
              </a:spcBef>
              <a:spcAft>
                <a:spcPts val="0"/>
              </a:spcAft>
              <a:buSzPts val="2000"/>
              <a:buChar char="–"/>
            </a:pPr>
            <a:r>
              <a:rPr lang="en-US">
                <a:solidFill>
                  <a:schemeClr val="dk1"/>
                </a:solidFill>
              </a:rPr>
              <a:t>GHG emission reduction</a:t>
            </a:r>
            <a:endParaRPr/>
          </a:p>
          <a:p>
            <a:pPr indent="-355600" lvl="1" marL="914400" rtl="0" algn="l">
              <a:lnSpc>
                <a:spcPct val="100000"/>
              </a:lnSpc>
              <a:spcBef>
                <a:spcPts val="0"/>
              </a:spcBef>
              <a:spcAft>
                <a:spcPts val="0"/>
              </a:spcAft>
              <a:buSzPts val="2000"/>
              <a:buChar char="–"/>
            </a:pPr>
            <a:r>
              <a:rPr lang="en-US"/>
              <a:t>Energy consumption</a:t>
            </a:r>
            <a:endParaRPr/>
          </a:p>
          <a:p>
            <a:pPr indent="0" lvl="0" marL="0" rtl="0" algn="l">
              <a:lnSpc>
                <a:spcPct val="100000"/>
              </a:lnSpc>
              <a:spcBef>
                <a:spcPts val="0"/>
              </a:spcBef>
              <a:spcAft>
                <a:spcPts val="0"/>
              </a:spcAft>
              <a:buNone/>
            </a:pPr>
            <a:r>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283ef4aa3240be3b_27"/>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t>Technical Scope - ASHPs</a:t>
            </a:r>
            <a:endParaRPr/>
          </a:p>
        </p:txBody>
      </p:sp>
      <p:sp>
        <p:nvSpPr>
          <p:cNvPr id="111" name="Google Shape;111;g283ef4aa3240be3b_27"/>
          <p:cNvSpPr txBox="1"/>
          <p:nvPr>
            <p:ph idx="2" type="body"/>
          </p:nvPr>
        </p:nvSpPr>
        <p:spPr>
          <a:xfrm>
            <a:off x="447925" y="1600200"/>
            <a:ext cx="8197200" cy="40269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00"/>
              <a:buChar char="⮚"/>
            </a:pPr>
            <a:r>
              <a:rPr lang="en-US" sz="2000"/>
              <a:t>Can be </a:t>
            </a:r>
            <a:r>
              <a:rPr lang="en-US" sz="2000" u="sng"/>
              <a:t>air-to-air</a:t>
            </a:r>
            <a:r>
              <a:rPr lang="en-US" sz="2000"/>
              <a:t> or </a:t>
            </a:r>
            <a:r>
              <a:rPr lang="en-US" sz="2000" u="sng"/>
              <a:t>air-to-water</a:t>
            </a:r>
            <a:endParaRPr sz="2000" u="sng"/>
          </a:p>
          <a:p>
            <a:pPr indent="0" lvl="0" marL="0" rtl="0" algn="l">
              <a:lnSpc>
                <a:spcPct val="100000"/>
              </a:lnSpc>
              <a:spcBef>
                <a:spcPts val="0"/>
              </a:spcBef>
              <a:spcAft>
                <a:spcPts val="0"/>
              </a:spcAft>
              <a:buNone/>
            </a:pPr>
            <a:r>
              <a:t/>
            </a:r>
            <a:endParaRPr sz="2000" u="sng"/>
          </a:p>
          <a:p>
            <a:pPr indent="-342900" lvl="0" marL="342900" rtl="0" algn="l">
              <a:lnSpc>
                <a:spcPct val="100000"/>
              </a:lnSpc>
              <a:spcBef>
                <a:spcPts val="0"/>
              </a:spcBef>
              <a:spcAft>
                <a:spcPts val="0"/>
              </a:spcAft>
              <a:buSzPts val="2000"/>
              <a:buChar char="⮚"/>
            </a:pPr>
            <a:r>
              <a:rPr lang="en-US" sz="2000"/>
              <a:t>Forced-air heating building → air-to-air ASHPs</a:t>
            </a:r>
            <a:endParaRPr sz="2000"/>
          </a:p>
          <a:p>
            <a:pPr indent="-355600" lvl="1" marL="914400" rtl="0" algn="l">
              <a:lnSpc>
                <a:spcPct val="100000"/>
              </a:lnSpc>
              <a:spcBef>
                <a:spcPts val="0"/>
              </a:spcBef>
              <a:spcAft>
                <a:spcPts val="0"/>
              </a:spcAft>
              <a:buSzPts val="2000"/>
              <a:buChar char="–"/>
            </a:pPr>
            <a:r>
              <a:rPr lang="en-US"/>
              <a:t>Easiest to convert infrastructure</a:t>
            </a:r>
            <a:endParaRPr/>
          </a:p>
          <a:p>
            <a:pPr indent="0" lvl="0" marL="0" rtl="0" algn="l">
              <a:lnSpc>
                <a:spcPct val="100000"/>
              </a:lnSpc>
              <a:spcBef>
                <a:spcPts val="0"/>
              </a:spcBef>
              <a:spcAft>
                <a:spcPts val="0"/>
              </a:spcAft>
              <a:buNone/>
            </a:pPr>
            <a:r>
              <a:t/>
            </a:r>
            <a:endParaRPr sz="2000"/>
          </a:p>
          <a:p>
            <a:pPr indent="-342900" lvl="0" marL="342900" rtl="0" algn="l">
              <a:lnSpc>
                <a:spcPct val="100000"/>
              </a:lnSpc>
              <a:spcBef>
                <a:spcPts val="0"/>
              </a:spcBef>
              <a:spcAft>
                <a:spcPts val="0"/>
              </a:spcAft>
              <a:buSzPts val="2000"/>
              <a:buChar char="⮚"/>
            </a:pPr>
            <a:r>
              <a:rPr lang="en-US" sz="2000"/>
              <a:t>Air-to-water buildings → air-to-water ASHPs</a:t>
            </a:r>
            <a:endParaRPr sz="2000"/>
          </a:p>
          <a:p>
            <a:pPr indent="-355600" lvl="1" marL="914400" rtl="0" algn="l">
              <a:lnSpc>
                <a:spcPct val="100000"/>
              </a:lnSpc>
              <a:spcBef>
                <a:spcPts val="0"/>
              </a:spcBef>
              <a:spcAft>
                <a:spcPts val="0"/>
              </a:spcAft>
              <a:buSzPts val="2000"/>
              <a:buChar char="–"/>
            </a:pPr>
            <a:r>
              <a:rPr lang="en-US"/>
              <a:t>Best hydronic heating integration, require HX retrofits</a:t>
            </a:r>
            <a:endParaRPr/>
          </a:p>
          <a:p>
            <a:pPr indent="0" lvl="0" marL="0" rtl="0" algn="l">
              <a:lnSpc>
                <a:spcPct val="100000"/>
              </a:lnSpc>
              <a:spcBef>
                <a:spcPts val="0"/>
              </a:spcBef>
              <a:spcAft>
                <a:spcPts val="0"/>
              </a:spcAft>
              <a:buNone/>
            </a:pPr>
            <a:r>
              <a:t/>
            </a:r>
            <a:endParaRPr sz="2000"/>
          </a:p>
          <a:p>
            <a:pPr indent="-342900" lvl="0" marL="342900" rtl="0" algn="l">
              <a:lnSpc>
                <a:spcPct val="100000"/>
              </a:lnSpc>
              <a:spcBef>
                <a:spcPts val="0"/>
              </a:spcBef>
              <a:spcAft>
                <a:spcPts val="0"/>
              </a:spcAft>
              <a:buSzPts val="2000"/>
              <a:buChar char="⮚"/>
            </a:pPr>
            <a:r>
              <a:rPr lang="en-US" sz="2000"/>
              <a:t>ASHP type and size chosen according to propane consumption and building type</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cfa21a54aa_0_7"/>
          <p:cNvSpPr txBox="1"/>
          <p:nvPr>
            <p:ph type="title"/>
          </p:nvPr>
        </p:nvSpPr>
        <p:spPr>
          <a:xfrm>
            <a:off x="447925" y="369275"/>
            <a:ext cx="84033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t>Technical Scope - Electric Boiler </a:t>
            </a:r>
            <a:endParaRPr/>
          </a:p>
        </p:txBody>
      </p:sp>
      <p:sp>
        <p:nvSpPr>
          <p:cNvPr id="117" name="Google Shape;117;g3cfa21a54aa_0_7"/>
          <p:cNvSpPr txBox="1"/>
          <p:nvPr>
            <p:ph idx="2" type="body"/>
          </p:nvPr>
        </p:nvSpPr>
        <p:spPr>
          <a:xfrm>
            <a:off x="473400" y="1496225"/>
            <a:ext cx="8197200" cy="3451500"/>
          </a:xfrm>
          <a:prstGeom prst="rect">
            <a:avLst/>
          </a:prstGeom>
          <a:noFill/>
          <a:ln>
            <a:noFill/>
          </a:ln>
        </p:spPr>
        <p:txBody>
          <a:bodyPr anchorCtr="0" anchor="t" bIns="45700" lIns="91425" spcFirstLastPara="1" rIns="91425" wrap="square" tIns="45700">
            <a:noAutofit/>
          </a:bodyPr>
          <a:lstStyle/>
          <a:p>
            <a:pPr indent="-368300" lvl="0" marL="457200" rtl="0" algn="l">
              <a:spcBef>
                <a:spcPts val="0"/>
              </a:spcBef>
              <a:spcAft>
                <a:spcPts val="0"/>
              </a:spcAft>
              <a:buSzPts val="2200"/>
              <a:buChar char="⮚"/>
            </a:pPr>
            <a:r>
              <a:rPr lang="en-US" sz="2200">
                <a:solidFill>
                  <a:schemeClr val="dk1"/>
                </a:solidFill>
              </a:rPr>
              <a:t>Alternative to air-to-water ASHP for hydronic systems</a:t>
            </a:r>
            <a:endParaRPr sz="2200">
              <a:solidFill>
                <a:schemeClr val="dk1"/>
              </a:solidFill>
            </a:endParaRPr>
          </a:p>
          <a:p>
            <a:pPr indent="0" lvl="0" marL="457200" rtl="0" algn="l">
              <a:spcBef>
                <a:spcPts val="0"/>
              </a:spcBef>
              <a:spcAft>
                <a:spcPts val="0"/>
              </a:spcAft>
              <a:buNone/>
            </a:pPr>
            <a:r>
              <a:t/>
            </a:r>
            <a:endParaRPr sz="2200">
              <a:solidFill>
                <a:schemeClr val="dk1"/>
              </a:solidFill>
            </a:endParaRPr>
          </a:p>
          <a:p>
            <a:pPr indent="-368300" lvl="0" marL="457200" rtl="0" algn="l">
              <a:spcBef>
                <a:spcPts val="0"/>
              </a:spcBef>
              <a:spcAft>
                <a:spcPts val="0"/>
              </a:spcAft>
              <a:buSzPts val="2200"/>
              <a:buChar char="⮚"/>
            </a:pPr>
            <a:r>
              <a:rPr lang="en-US" sz="2200">
                <a:solidFill>
                  <a:schemeClr val="dk1"/>
                </a:solidFill>
              </a:rPr>
              <a:t>Benefits</a:t>
            </a:r>
            <a:endParaRPr sz="2200">
              <a:solidFill>
                <a:schemeClr val="dk1"/>
              </a:solidFill>
            </a:endParaRPr>
          </a:p>
          <a:p>
            <a:pPr indent="-368300" lvl="1" marL="914400" rtl="0" algn="l">
              <a:spcBef>
                <a:spcPts val="0"/>
              </a:spcBef>
              <a:spcAft>
                <a:spcPts val="0"/>
              </a:spcAft>
              <a:buSzPts val="2200"/>
              <a:buChar char="–"/>
            </a:pPr>
            <a:r>
              <a:rPr lang="en-US" sz="2200">
                <a:solidFill>
                  <a:schemeClr val="dk1"/>
                </a:solidFill>
              </a:rPr>
              <a:t>Would achieve needed water temperature</a:t>
            </a:r>
            <a:endParaRPr sz="2200">
              <a:solidFill>
                <a:schemeClr val="dk1"/>
              </a:solidFill>
            </a:endParaRPr>
          </a:p>
          <a:p>
            <a:pPr indent="-368300" lvl="1" marL="914400" rtl="0" algn="l">
              <a:spcBef>
                <a:spcPts val="0"/>
              </a:spcBef>
              <a:spcAft>
                <a:spcPts val="0"/>
              </a:spcAft>
              <a:buClr>
                <a:schemeClr val="dk1"/>
              </a:buClr>
              <a:buSzPts val="2200"/>
              <a:buChar char="–"/>
            </a:pPr>
            <a:r>
              <a:rPr lang="en-US" sz="2200">
                <a:solidFill>
                  <a:schemeClr val="dk1"/>
                </a:solidFill>
              </a:rPr>
              <a:t>Lower upfront capital cost than ASHPs</a:t>
            </a:r>
            <a:endParaRPr sz="2200">
              <a:solidFill>
                <a:schemeClr val="dk1"/>
              </a:solidFill>
            </a:endParaRPr>
          </a:p>
          <a:p>
            <a:pPr indent="0" lvl="0" marL="457200" rtl="0" algn="l">
              <a:spcBef>
                <a:spcPts val="0"/>
              </a:spcBef>
              <a:spcAft>
                <a:spcPts val="0"/>
              </a:spcAft>
              <a:buNone/>
            </a:pPr>
            <a:r>
              <a:t/>
            </a:r>
            <a:endParaRPr sz="2200">
              <a:solidFill>
                <a:schemeClr val="dk1"/>
              </a:solidFill>
            </a:endParaRPr>
          </a:p>
          <a:p>
            <a:pPr indent="-368300" lvl="0" marL="457200" rtl="0" algn="l">
              <a:spcBef>
                <a:spcPts val="0"/>
              </a:spcBef>
              <a:spcAft>
                <a:spcPts val="0"/>
              </a:spcAft>
              <a:buClr>
                <a:schemeClr val="dk1"/>
              </a:buClr>
              <a:buSzPts val="2200"/>
              <a:buChar char="⮚"/>
            </a:pPr>
            <a:r>
              <a:rPr lang="en-US" sz="2200">
                <a:solidFill>
                  <a:schemeClr val="dk1"/>
                </a:solidFill>
              </a:rPr>
              <a:t>Downsides</a:t>
            </a:r>
            <a:endParaRPr sz="2200">
              <a:solidFill>
                <a:schemeClr val="dk1"/>
              </a:solidFill>
            </a:endParaRPr>
          </a:p>
          <a:p>
            <a:pPr indent="-368300" lvl="1" marL="914400" rtl="0" algn="l">
              <a:spcBef>
                <a:spcPts val="0"/>
              </a:spcBef>
              <a:spcAft>
                <a:spcPts val="0"/>
              </a:spcAft>
              <a:buClr>
                <a:schemeClr val="dk1"/>
              </a:buClr>
              <a:buSzPts val="2200"/>
              <a:buChar char="–"/>
            </a:pPr>
            <a:r>
              <a:rPr lang="en-US" sz="2200">
                <a:solidFill>
                  <a:schemeClr val="dk1"/>
                </a:solidFill>
              </a:rPr>
              <a:t>Very costly utilities - high electrical demand</a:t>
            </a:r>
            <a:endParaRPr sz="2200">
              <a:solidFill>
                <a:schemeClr val="dk1"/>
              </a:solidFill>
            </a:endParaRPr>
          </a:p>
          <a:p>
            <a:pPr indent="-368300" lvl="1" marL="914400" rtl="0" algn="l">
              <a:spcBef>
                <a:spcPts val="0"/>
              </a:spcBef>
              <a:spcAft>
                <a:spcPts val="0"/>
              </a:spcAft>
              <a:buClr>
                <a:schemeClr val="dk1"/>
              </a:buClr>
              <a:buSzPts val="2200"/>
              <a:buChar char="–"/>
            </a:pPr>
            <a:r>
              <a:rPr lang="en-US" sz="2200">
                <a:solidFill>
                  <a:schemeClr val="dk1"/>
                </a:solidFill>
              </a:rPr>
              <a:t>Lower efficiency than an electric heat pump</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283ef4aa3240be3b_0"/>
          <p:cNvSpPr/>
          <p:nvPr/>
        </p:nvSpPr>
        <p:spPr>
          <a:xfrm>
            <a:off x="5743050" y="4344100"/>
            <a:ext cx="3281700" cy="799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g283ef4aa3240be3b_0"/>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t>Technical Scope - Analysis and Design</a:t>
            </a:r>
            <a:endParaRPr/>
          </a:p>
        </p:txBody>
      </p:sp>
      <p:sp>
        <p:nvSpPr>
          <p:cNvPr id="124" name="Google Shape;124;g283ef4aa3240be3b_0"/>
          <p:cNvSpPr txBox="1"/>
          <p:nvPr>
            <p:ph idx="2" type="body"/>
          </p:nvPr>
        </p:nvSpPr>
        <p:spPr>
          <a:xfrm>
            <a:off x="447925" y="1600200"/>
            <a:ext cx="8197200" cy="3331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00"/>
              <a:buChar char="⮚"/>
            </a:pPr>
            <a:r>
              <a:rPr lang="en-US" sz="2000"/>
              <a:t>Combining o</a:t>
            </a:r>
            <a:r>
              <a:rPr lang="en-US" sz="2000"/>
              <a:t>perational data provided by PGST, publicly available weather data, and modeling tools, we will:</a:t>
            </a:r>
            <a:endParaRPr sz="2000"/>
          </a:p>
          <a:p>
            <a:pPr indent="-355600" lvl="1" marL="914400" rtl="0" algn="l">
              <a:lnSpc>
                <a:spcPct val="100000"/>
              </a:lnSpc>
              <a:spcBef>
                <a:spcPts val="0"/>
              </a:spcBef>
              <a:spcAft>
                <a:spcPts val="0"/>
              </a:spcAft>
              <a:buSzPts val="2000"/>
              <a:buChar char="–"/>
            </a:pPr>
            <a:r>
              <a:rPr lang="en-US" sz="2000"/>
              <a:t>Generat</a:t>
            </a:r>
            <a:r>
              <a:rPr lang="en-US"/>
              <a:t>e</a:t>
            </a:r>
            <a:r>
              <a:rPr lang="en-US" sz="2000"/>
              <a:t> </a:t>
            </a:r>
            <a:r>
              <a:rPr lang="en-US" sz="2000" u="sng"/>
              <a:t>hourly load profile</a:t>
            </a:r>
            <a:r>
              <a:rPr lang="en-US" sz="2000"/>
              <a:t> for past two years</a:t>
            </a:r>
            <a:endParaRPr sz="2000"/>
          </a:p>
          <a:p>
            <a:pPr indent="-355600" lvl="1" marL="914400" rtl="0" algn="l">
              <a:lnSpc>
                <a:spcPct val="100000"/>
              </a:lnSpc>
              <a:spcBef>
                <a:spcPts val="0"/>
              </a:spcBef>
              <a:spcAft>
                <a:spcPts val="0"/>
              </a:spcAft>
              <a:buSzPts val="2000"/>
              <a:buChar char="–"/>
            </a:pPr>
            <a:r>
              <a:rPr lang="en-US"/>
              <a:t>Input profile into REopt for simulation</a:t>
            </a:r>
            <a:endParaRPr/>
          </a:p>
          <a:p>
            <a:pPr indent="-355600" lvl="1" marL="914400" rtl="0" algn="l">
              <a:lnSpc>
                <a:spcPct val="100000"/>
              </a:lnSpc>
              <a:spcBef>
                <a:spcPts val="0"/>
              </a:spcBef>
              <a:spcAft>
                <a:spcPts val="0"/>
              </a:spcAft>
              <a:buSzPts val="2000"/>
              <a:buChar char="–"/>
            </a:pPr>
            <a:r>
              <a:rPr lang="en-US" sz="2000"/>
              <a:t>Separate heating from non-heating consumption</a:t>
            </a:r>
            <a:endParaRPr/>
          </a:p>
          <a:p>
            <a:pPr indent="-355600" lvl="1" marL="914400" rtl="0" algn="l">
              <a:lnSpc>
                <a:spcPct val="100000"/>
              </a:lnSpc>
              <a:spcBef>
                <a:spcPts val="0"/>
              </a:spcBef>
              <a:spcAft>
                <a:spcPts val="0"/>
              </a:spcAft>
              <a:buSzPts val="2000"/>
              <a:buChar char="–"/>
            </a:pPr>
            <a:r>
              <a:rPr lang="en-US" u="sng"/>
              <a:t>A</a:t>
            </a:r>
            <a:r>
              <a:rPr lang="en-US" sz="2000" u="sng"/>
              <a:t>llocate across buildings</a:t>
            </a:r>
            <a:r>
              <a:rPr lang="en-US"/>
              <a:t>, accounting for equipment efficiency, energy envelopes, and effective sq. footage</a:t>
            </a:r>
            <a:endParaRPr sz="2000"/>
          </a:p>
          <a:p>
            <a:pPr indent="-342900" lvl="0" marL="342900" rtl="0" algn="l">
              <a:lnSpc>
                <a:spcPct val="100000"/>
              </a:lnSpc>
              <a:spcBef>
                <a:spcPts val="1000"/>
              </a:spcBef>
              <a:spcAft>
                <a:spcPts val="0"/>
              </a:spcAft>
              <a:buSzPts val="2000"/>
              <a:buChar char="⮚"/>
            </a:pPr>
            <a:r>
              <a:rPr lang="en-US" sz="2000"/>
              <a:t>ASHPs and/or electric boilers sized accordingly</a:t>
            </a:r>
            <a:endParaRPr sz="2000"/>
          </a:p>
          <a:p>
            <a:pPr indent="-342900" lvl="0" marL="342900" rtl="0" algn="l">
              <a:lnSpc>
                <a:spcPct val="100000"/>
              </a:lnSpc>
              <a:spcBef>
                <a:spcPts val="1000"/>
              </a:spcBef>
              <a:spcAft>
                <a:spcPts val="0"/>
              </a:spcAft>
              <a:buSzPts val="2000"/>
              <a:buChar char="⮚"/>
            </a:pPr>
            <a:r>
              <a:rPr lang="en-US" sz="2000"/>
              <a:t>Accounting for uncertainty introduced from data limitations, will make suggestions based off estimations</a:t>
            </a:r>
            <a:endParaRPr sz="2000"/>
          </a:p>
          <a:p>
            <a:pPr indent="0" lvl="0" marL="0" rtl="0" algn="l">
              <a:lnSpc>
                <a:spcPct val="100000"/>
              </a:lnSpc>
              <a:spcBef>
                <a:spcPts val="0"/>
              </a:spcBef>
              <a:spcAft>
                <a:spcPts val="0"/>
              </a:spcAft>
              <a:buNone/>
            </a:pPr>
            <a:r>
              <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283ef4aa3240be3b_32"/>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t>Technical Scope - Secondary Goal</a:t>
            </a:r>
            <a:endParaRPr/>
          </a:p>
        </p:txBody>
      </p:sp>
      <p:sp>
        <p:nvSpPr>
          <p:cNvPr id="130" name="Google Shape;130;g283ef4aa3240be3b_32"/>
          <p:cNvSpPr txBox="1"/>
          <p:nvPr>
            <p:ph idx="2" type="body"/>
          </p:nvPr>
        </p:nvSpPr>
        <p:spPr>
          <a:xfrm>
            <a:off x="178950" y="1466600"/>
            <a:ext cx="8197200" cy="38709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00"/>
              <a:buChar char="⮚"/>
            </a:pPr>
            <a:r>
              <a:rPr lang="en-US" sz="2000" u="sng"/>
              <a:t>Secondary Goal:</a:t>
            </a:r>
            <a:r>
              <a:rPr lang="en-US" sz="2000"/>
              <a:t> Reduce tribal energy spending so that more money can be put back into the community</a:t>
            </a:r>
            <a:endParaRPr sz="2000"/>
          </a:p>
          <a:p>
            <a:pPr indent="0" lvl="0" marL="457200" rtl="0" algn="l">
              <a:lnSpc>
                <a:spcPct val="100000"/>
              </a:lnSpc>
              <a:spcBef>
                <a:spcPts val="0"/>
              </a:spcBef>
              <a:spcAft>
                <a:spcPts val="0"/>
              </a:spcAft>
              <a:buNone/>
            </a:pPr>
            <a:r>
              <a:t/>
            </a:r>
            <a:endParaRPr sz="2000"/>
          </a:p>
          <a:p>
            <a:pPr indent="-342900" lvl="0" marL="342900" rtl="0" algn="l">
              <a:lnSpc>
                <a:spcPct val="100000"/>
              </a:lnSpc>
              <a:spcBef>
                <a:spcPts val="0"/>
              </a:spcBef>
              <a:spcAft>
                <a:spcPts val="0"/>
              </a:spcAft>
              <a:buSzPts val="2000"/>
              <a:buChar char="⮚"/>
            </a:pPr>
            <a:r>
              <a:rPr lang="en-US" sz="2000"/>
              <a:t>Evaluating: PV to offset increased </a:t>
            </a:r>
            <a:r>
              <a:rPr lang="en-US" sz="2000"/>
              <a:t>electricity</a:t>
            </a:r>
            <a:r>
              <a:rPr lang="en-US" sz="2000"/>
              <a:t> </a:t>
            </a:r>
            <a:r>
              <a:rPr lang="en-US" sz="2000"/>
              <a:t>consumption</a:t>
            </a:r>
            <a:endParaRPr sz="2000"/>
          </a:p>
          <a:p>
            <a:pPr indent="-355600" lvl="1" marL="914400" rtl="0" algn="l">
              <a:lnSpc>
                <a:spcPct val="100000"/>
              </a:lnSpc>
              <a:spcBef>
                <a:spcPts val="0"/>
              </a:spcBef>
              <a:spcAft>
                <a:spcPts val="0"/>
              </a:spcAft>
              <a:buSzPts val="2000"/>
              <a:buChar char="–"/>
            </a:pPr>
            <a:r>
              <a:rPr lang="en-US"/>
              <a:t>We will compare potential </a:t>
            </a:r>
            <a:r>
              <a:rPr lang="en-US"/>
              <a:t>locations and battery impact</a:t>
            </a:r>
            <a:endParaRPr/>
          </a:p>
          <a:p>
            <a:pPr indent="0" lvl="0" marL="0" rtl="0" algn="l">
              <a:lnSpc>
                <a:spcPct val="100000"/>
              </a:lnSpc>
              <a:spcBef>
                <a:spcPts val="0"/>
              </a:spcBef>
              <a:spcAft>
                <a:spcPts val="0"/>
              </a:spcAft>
              <a:buNone/>
            </a:pPr>
            <a:r>
              <a:t/>
            </a:r>
            <a:endParaRPr sz="2000"/>
          </a:p>
          <a:p>
            <a:pPr indent="-342900" lvl="0" marL="342900" rtl="0" algn="l">
              <a:spcBef>
                <a:spcPts val="0"/>
              </a:spcBef>
              <a:spcAft>
                <a:spcPts val="0"/>
              </a:spcAft>
              <a:buClr>
                <a:schemeClr val="dk1"/>
              </a:buClr>
              <a:buSzPts val="2000"/>
              <a:buChar char="⮚"/>
            </a:pPr>
            <a:r>
              <a:rPr lang="en-US" sz="2000">
                <a:solidFill>
                  <a:schemeClr val="dk1"/>
                </a:solidFill>
              </a:rPr>
              <a:t>Evaluation methods:</a:t>
            </a:r>
            <a:endParaRPr sz="2000">
              <a:solidFill>
                <a:schemeClr val="dk1"/>
              </a:solidFill>
            </a:endParaRPr>
          </a:p>
          <a:p>
            <a:pPr indent="-355600" lvl="1" marL="914400" rtl="0" algn="l">
              <a:spcBef>
                <a:spcPts val="0"/>
              </a:spcBef>
              <a:spcAft>
                <a:spcPts val="0"/>
              </a:spcAft>
              <a:buClr>
                <a:schemeClr val="dk1"/>
              </a:buClr>
              <a:buSzPts val="2000"/>
              <a:buChar char="–"/>
            </a:pPr>
            <a:r>
              <a:rPr lang="en-US" sz="2000">
                <a:solidFill>
                  <a:schemeClr val="dk1"/>
                </a:solidFill>
              </a:rPr>
              <a:t>PVWatts to evaluate PV potential</a:t>
            </a:r>
            <a:endParaRPr sz="2000">
              <a:solidFill>
                <a:schemeClr val="dk1"/>
              </a:solidFill>
            </a:endParaRPr>
          </a:p>
          <a:p>
            <a:pPr indent="-355600" lvl="1" marL="914400" rtl="0" algn="l">
              <a:spcBef>
                <a:spcPts val="0"/>
              </a:spcBef>
              <a:spcAft>
                <a:spcPts val="0"/>
              </a:spcAft>
              <a:buClr>
                <a:schemeClr val="dk1"/>
              </a:buClr>
              <a:buSzPts val="2000"/>
              <a:buChar char="–"/>
            </a:pPr>
            <a:r>
              <a:rPr lang="en-US" sz="2000">
                <a:solidFill>
                  <a:schemeClr val="dk1"/>
                </a:solidFill>
              </a:rPr>
              <a:t>R</a:t>
            </a:r>
            <a:r>
              <a:rPr lang="en-US">
                <a:solidFill>
                  <a:schemeClr val="dk1"/>
                </a:solidFill>
              </a:rPr>
              <a:t>Eo</a:t>
            </a:r>
            <a:r>
              <a:rPr lang="en-US" sz="2000">
                <a:solidFill>
                  <a:schemeClr val="dk1"/>
                </a:solidFill>
              </a:rPr>
              <a:t>pt to optimize and analyze economic outputs</a:t>
            </a:r>
            <a:endParaRPr sz="2000">
              <a:solidFill>
                <a:schemeClr val="dk1"/>
              </a:solidFill>
            </a:endParaRPr>
          </a:p>
          <a:p>
            <a:pPr indent="0" lvl="0" marL="0" rtl="0" algn="l">
              <a:spcBef>
                <a:spcPts val="0"/>
              </a:spcBef>
              <a:spcAft>
                <a:spcPts val="0"/>
              </a:spcAft>
              <a:buNone/>
            </a:pPr>
            <a:r>
              <a:t/>
            </a:r>
            <a:endParaRPr sz="2000">
              <a:solidFill>
                <a:schemeClr val="dk1"/>
              </a:solidFill>
            </a:endParaRPr>
          </a:p>
          <a:p>
            <a:pPr indent="-342900" lvl="0" marL="342900" rtl="0" algn="l">
              <a:spcBef>
                <a:spcPts val="0"/>
              </a:spcBef>
              <a:spcAft>
                <a:spcPts val="0"/>
              </a:spcAft>
              <a:buClr>
                <a:schemeClr val="dk1"/>
              </a:buClr>
              <a:buSzPts val="2000"/>
              <a:buChar char="⮚"/>
            </a:pPr>
            <a:r>
              <a:rPr lang="en-US" sz="2000">
                <a:solidFill>
                  <a:schemeClr val="dk1"/>
                </a:solidFill>
              </a:rPr>
              <a:t>Uncertainty arises when sizing PV system based on expected electricity consumption increase</a:t>
            </a:r>
            <a:endParaRPr sz="2000">
              <a:solidFill>
                <a:schemeClr val="dk1"/>
              </a:solidFill>
            </a:endParaRPr>
          </a:p>
          <a:p>
            <a:pPr indent="0" lvl="0" marL="0" rtl="0" algn="l">
              <a:lnSpc>
                <a:spcPct val="100000"/>
              </a:lnSpc>
              <a:spcBef>
                <a:spcPts val="0"/>
              </a:spcBef>
              <a:spcAft>
                <a:spcPts val="0"/>
              </a:spcAft>
              <a:buNone/>
            </a:pPr>
            <a:r>
              <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283ef4aa3240be3b_5"/>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t>Economic Scope - PSE Billing</a:t>
            </a:r>
            <a:endParaRPr/>
          </a:p>
        </p:txBody>
      </p:sp>
      <p:sp>
        <p:nvSpPr>
          <p:cNvPr id="136" name="Google Shape;136;g283ef4aa3240be3b_5"/>
          <p:cNvSpPr txBox="1"/>
          <p:nvPr>
            <p:ph idx="2" type="body"/>
          </p:nvPr>
        </p:nvSpPr>
        <p:spPr>
          <a:xfrm>
            <a:off x="447923" y="1422226"/>
            <a:ext cx="8197200" cy="2971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00"/>
              <a:buChar char="⮚"/>
            </a:pPr>
            <a:r>
              <a:rPr lang="en-US" sz="2000"/>
              <a:t>PSE electricity billed with Commercial 24 rate schedule. </a:t>
            </a:r>
            <a:endParaRPr sz="2000"/>
          </a:p>
          <a:p>
            <a:pPr indent="-355600" lvl="1" marL="914400" rtl="0" algn="l">
              <a:lnSpc>
                <a:spcPct val="100000"/>
              </a:lnSpc>
              <a:spcBef>
                <a:spcPts val="0"/>
              </a:spcBef>
              <a:spcAft>
                <a:spcPts val="0"/>
              </a:spcAft>
              <a:buSzPts val="2000"/>
              <a:buChar char="–"/>
            </a:pPr>
            <a:r>
              <a:rPr lang="en-US"/>
              <a:t>Electricity profile will be constructed using rate and </a:t>
            </a:r>
            <a:r>
              <a:rPr lang="en-US"/>
              <a:t>electricity</a:t>
            </a:r>
            <a:r>
              <a:rPr lang="en-US"/>
              <a:t> consumption data.  </a:t>
            </a:r>
            <a:endParaRPr/>
          </a:p>
          <a:p>
            <a:pPr indent="0" lvl="0" marL="0" rtl="0" algn="l">
              <a:lnSpc>
                <a:spcPct val="100000"/>
              </a:lnSpc>
              <a:spcBef>
                <a:spcPts val="0"/>
              </a:spcBef>
              <a:spcAft>
                <a:spcPts val="0"/>
              </a:spcAft>
              <a:buNone/>
            </a:pPr>
            <a:r>
              <a:t/>
            </a:r>
            <a:endParaRPr sz="2000"/>
          </a:p>
          <a:p>
            <a:pPr indent="-355600" lvl="0" marL="457200" rtl="0" algn="l">
              <a:lnSpc>
                <a:spcPct val="100000"/>
              </a:lnSpc>
              <a:spcBef>
                <a:spcPts val="0"/>
              </a:spcBef>
              <a:spcAft>
                <a:spcPts val="0"/>
              </a:spcAft>
              <a:buSzPts val="2000"/>
              <a:buChar char="⮚"/>
            </a:pPr>
            <a:r>
              <a:rPr lang="en-US" sz="2000"/>
              <a:t>Additional heat pumps or boilers will increase electricity demand.</a:t>
            </a:r>
            <a:endParaRPr sz="2000"/>
          </a:p>
          <a:p>
            <a:pPr indent="-355600" lvl="1" marL="914400" rtl="0" algn="l">
              <a:lnSpc>
                <a:spcPct val="100000"/>
              </a:lnSpc>
              <a:spcBef>
                <a:spcPts val="0"/>
              </a:spcBef>
              <a:spcAft>
                <a:spcPts val="0"/>
              </a:spcAft>
              <a:buSzPts val="2000"/>
              <a:buChar char="–"/>
            </a:pPr>
            <a:r>
              <a:rPr lang="en-US"/>
              <a:t>Proposed PV installation will offset economic impact.</a:t>
            </a:r>
            <a:endParaRPr/>
          </a:p>
          <a:p>
            <a:pPr indent="0" lvl="0" marL="0" rtl="0" algn="l">
              <a:lnSpc>
                <a:spcPct val="100000"/>
              </a:lnSpc>
              <a:spcBef>
                <a:spcPts val="0"/>
              </a:spcBef>
              <a:spcAft>
                <a:spcPts val="0"/>
              </a:spcAft>
              <a:buNone/>
            </a:pPr>
            <a:r>
              <a:t/>
            </a:r>
            <a:endParaRPr/>
          </a:p>
          <a:p>
            <a:pPr indent="-355600" lvl="0" marL="457200" rtl="0" algn="l">
              <a:lnSpc>
                <a:spcPct val="100000"/>
              </a:lnSpc>
              <a:spcBef>
                <a:spcPts val="0"/>
              </a:spcBef>
              <a:spcAft>
                <a:spcPts val="0"/>
              </a:spcAft>
              <a:buSzPts val="2000"/>
              <a:buChar char="⮚"/>
            </a:pPr>
            <a:r>
              <a:rPr lang="en-US" sz="2000"/>
              <a:t>We will use ReOpt to analyze both net metering and net billing options to determine economic scope and feasibility.</a:t>
            </a:r>
            <a:endParaRPr sz="2000"/>
          </a:p>
          <a:p>
            <a:pPr indent="0" lvl="0" marL="0" rtl="0" algn="l">
              <a:lnSpc>
                <a:spcPct val="100000"/>
              </a:lnSpc>
              <a:spcBef>
                <a:spcPts val="0"/>
              </a:spcBef>
              <a:spcAft>
                <a:spcPts val="0"/>
              </a:spcAft>
              <a:buNone/>
            </a:pPr>
            <a:r>
              <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283ef4aa3240be3b_15"/>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t>Economic Scope - PSE Billing Analysis</a:t>
            </a:r>
            <a:endParaRPr/>
          </a:p>
        </p:txBody>
      </p:sp>
      <p:sp>
        <p:nvSpPr>
          <p:cNvPr id="142" name="Google Shape;142;g283ef4aa3240be3b_15"/>
          <p:cNvSpPr txBox="1"/>
          <p:nvPr>
            <p:ph idx="2" type="body"/>
          </p:nvPr>
        </p:nvSpPr>
        <p:spPr>
          <a:xfrm>
            <a:off x="447923" y="1600201"/>
            <a:ext cx="8197200" cy="2971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00"/>
              <a:buChar char="⮚"/>
            </a:pPr>
            <a:r>
              <a:rPr lang="en-US" sz="2000"/>
              <a:t>Net Metering</a:t>
            </a:r>
            <a:endParaRPr sz="2000"/>
          </a:p>
          <a:p>
            <a:pPr indent="-355600" lvl="1" marL="914400" rtl="0" algn="l">
              <a:lnSpc>
                <a:spcPct val="100000"/>
              </a:lnSpc>
              <a:spcBef>
                <a:spcPts val="0"/>
              </a:spcBef>
              <a:spcAft>
                <a:spcPts val="0"/>
              </a:spcAft>
              <a:buSzPts val="2000"/>
              <a:buChar char="–"/>
            </a:pPr>
            <a:r>
              <a:rPr lang="en-US" sz="2000"/>
              <a:t>Compensated up to the total amount of electricity consumed in a year by exporting generated electricity back to the grid.</a:t>
            </a:r>
            <a:endParaRPr sz="2000"/>
          </a:p>
          <a:p>
            <a:pPr indent="0" lvl="0" marL="0" rtl="0" algn="l">
              <a:lnSpc>
                <a:spcPct val="100000"/>
              </a:lnSpc>
              <a:spcBef>
                <a:spcPts val="0"/>
              </a:spcBef>
              <a:spcAft>
                <a:spcPts val="0"/>
              </a:spcAft>
              <a:buNone/>
            </a:pPr>
            <a:r>
              <a:t/>
            </a:r>
            <a:endParaRPr sz="2000"/>
          </a:p>
          <a:p>
            <a:pPr indent="-342900" lvl="0" marL="342900" rtl="0" algn="l">
              <a:lnSpc>
                <a:spcPct val="100000"/>
              </a:lnSpc>
              <a:spcBef>
                <a:spcPts val="0"/>
              </a:spcBef>
              <a:spcAft>
                <a:spcPts val="0"/>
              </a:spcAft>
              <a:buSzPts val="2000"/>
              <a:buChar char="⮚"/>
            </a:pPr>
            <a:r>
              <a:rPr lang="en-US" sz="2000"/>
              <a:t>Net Billing</a:t>
            </a:r>
            <a:endParaRPr sz="2000"/>
          </a:p>
          <a:p>
            <a:pPr indent="-355600" lvl="1" marL="914400" rtl="0" algn="l">
              <a:lnSpc>
                <a:spcPct val="100000"/>
              </a:lnSpc>
              <a:spcBef>
                <a:spcPts val="0"/>
              </a:spcBef>
              <a:spcAft>
                <a:spcPts val="0"/>
              </a:spcAft>
              <a:buSzPts val="2000"/>
              <a:buChar char="–"/>
            </a:pPr>
            <a:r>
              <a:rPr lang="en-US" sz="2000"/>
              <a:t>Compensates by purchasing excess electricity generated.  Compensation does not have any dependence on electricity usage throughout the year.</a:t>
            </a:r>
            <a:endParaRPr sz="2000"/>
          </a:p>
          <a:p>
            <a:pPr indent="0" lvl="0" marL="0" rtl="0" algn="l">
              <a:lnSpc>
                <a:spcPct val="100000"/>
              </a:lnSpc>
              <a:spcBef>
                <a:spcPts val="0"/>
              </a:spcBef>
              <a:spcAft>
                <a:spcPts val="0"/>
              </a:spcAft>
              <a:buNone/>
            </a:pPr>
            <a:r>
              <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283ef4aa3240be3b_20"/>
          <p:cNvSpPr txBox="1"/>
          <p:nvPr>
            <p:ph type="title"/>
          </p:nvPr>
        </p:nvSpPr>
        <p:spPr>
          <a:xfrm>
            <a:off x="447922" y="369285"/>
            <a:ext cx="8197200" cy="9939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3000"/>
              <a:buFont typeface="Encode Sans Black"/>
              <a:buNone/>
            </a:pPr>
            <a:r>
              <a:rPr lang="en-US"/>
              <a:t>Economic Scope - </a:t>
            </a:r>
            <a:r>
              <a:rPr lang="en-US"/>
              <a:t>Battery Flex Program</a:t>
            </a:r>
            <a:endParaRPr/>
          </a:p>
        </p:txBody>
      </p:sp>
      <p:sp>
        <p:nvSpPr>
          <p:cNvPr id="148" name="Google Shape;148;g283ef4aa3240be3b_20"/>
          <p:cNvSpPr txBox="1"/>
          <p:nvPr>
            <p:ph idx="2" type="body"/>
          </p:nvPr>
        </p:nvSpPr>
        <p:spPr>
          <a:xfrm>
            <a:off x="447923" y="1600201"/>
            <a:ext cx="8197200" cy="2971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2000"/>
              <a:buChar char="⮚"/>
            </a:pPr>
            <a:r>
              <a:rPr lang="en-US" sz="2000"/>
              <a:t>We will work alongside Dr. Bosong Li to ensure the following information about the PSE flex program can be modeled in ReOpt for further economic analysis.</a:t>
            </a:r>
            <a:endParaRPr sz="2000"/>
          </a:p>
          <a:p>
            <a:pPr indent="0" lvl="0" marL="457200" rtl="0" algn="l">
              <a:lnSpc>
                <a:spcPct val="100000"/>
              </a:lnSpc>
              <a:spcBef>
                <a:spcPts val="0"/>
              </a:spcBef>
              <a:spcAft>
                <a:spcPts val="0"/>
              </a:spcAft>
              <a:buNone/>
            </a:pPr>
            <a:r>
              <a:t/>
            </a:r>
            <a:endParaRPr sz="2000"/>
          </a:p>
          <a:p>
            <a:pPr indent="-342900" lvl="0" marL="342900" rtl="0" algn="l">
              <a:lnSpc>
                <a:spcPct val="100000"/>
              </a:lnSpc>
              <a:spcBef>
                <a:spcPts val="0"/>
              </a:spcBef>
              <a:spcAft>
                <a:spcPts val="0"/>
              </a:spcAft>
              <a:buSzPts val="2000"/>
              <a:buChar char="⮚"/>
            </a:pPr>
            <a:r>
              <a:rPr lang="en-US" sz="2000"/>
              <a:t>Flex events</a:t>
            </a:r>
            <a:endParaRPr sz="2000"/>
          </a:p>
          <a:p>
            <a:pPr indent="-355600" lvl="0" marL="914400" rtl="0" algn="l">
              <a:lnSpc>
                <a:spcPct val="100000"/>
              </a:lnSpc>
              <a:spcBef>
                <a:spcPts val="0"/>
              </a:spcBef>
              <a:spcAft>
                <a:spcPts val="0"/>
              </a:spcAft>
              <a:buSzPts val="2000"/>
              <a:buChar char="-"/>
            </a:pPr>
            <a:r>
              <a:rPr lang="en-US" sz="2000"/>
              <a:t>Time of high demand</a:t>
            </a:r>
            <a:endParaRPr sz="2000"/>
          </a:p>
          <a:p>
            <a:pPr indent="-355600" lvl="0" marL="914400" rtl="0" algn="l">
              <a:lnSpc>
                <a:spcPct val="100000"/>
              </a:lnSpc>
              <a:spcBef>
                <a:spcPts val="0"/>
              </a:spcBef>
              <a:spcAft>
                <a:spcPts val="0"/>
              </a:spcAft>
              <a:buSzPts val="2000"/>
              <a:buChar char="-"/>
            </a:pPr>
            <a:r>
              <a:rPr lang="en-US" sz="2000"/>
              <a:t>Up to 100 annually</a:t>
            </a:r>
            <a:endParaRPr sz="2000"/>
          </a:p>
          <a:p>
            <a:pPr indent="-342900" lvl="0" marL="342900" rtl="0" algn="l">
              <a:lnSpc>
                <a:spcPct val="100000"/>
              </a:lnSpc>
              <a:spcBef>
                <a:spcPts val="0"/>
              </a:spcBef>
              <a:spcAft>
                <a:spcPts val="0"/>
              </a:spcAft>
              <a:buSzPts val="2000"/>
              <a:buChar char="⮚"/>
            </a:pPr>
            <a:r>
              <a:rPr lang="en-US" sz="2000"/>
              <a:t>Flat rate rebate: $75 per kWh</a:t>
            </a:r>
            <a:endParaRPr sz="2000"/>
          </a:p>
          <a:p>
            <a:pPr indent="-342900" lvl="0" marL="342900" rtl="0" algn="l">
              <a:lnSpc>
                <a:spcPct val="100000"/>
              </a:lnSpc>
              <a:spcBef>
                <a:spcPts val="0"/>
              </a:spcBef>
              <a:spcAft>
                <a:spcPts val="0"/>
              </a:spcAft>
              <a:buSzPts val="2000"/>
              <a:buChar char="⮚"/>
            </a:pPr>
            <a:r>
              <a:rPr lang="en-US" sz="2000"/>
              <a:t>Participation rebate: $0.50 per kWh</a:t>
            </a:r>
            <a:endParaRPr sz="2000"/>
          </a:p>
          <a:p>
            <a:pPr indent="0" lvl="0" marL="0" rtl="0" algn="l">
              <a:lnSpc>
                <a:spcPct val="100000"/>
              </a:lnSpc>
              <a:spcBef>
                <a:spcPts val="0"/>
              </a:spcBef>
              <a:spcAft>
                <a:spcPts val="0"/>
              </a:spcAft>
              <a:buNone/>
            </a:pPr>
            <a:r>
              <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ph type="title"/>
          </p:nvPr>
        </p:nvSpPr>
        <p:spPr>
          <a:xfrm>
            <a:off x="460375" y="644993"/>
            <a:ext cx="6972300" cy="2641756"/>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lt2"/>
              </a:buClr>
              <a:buSzPts val="5000"/>
              <a:buFont typeface="Encode Sans Black"/>
              <a:buNone/>
            </a:pPr>
            <a:r>
              <a:rPr lang="en-US">
                <a:latin typeface="Encode Sans Black"/>
                <a:ea typeface="Encode Sans Black"/>
                <a:cs typeface="Encode Sans Black"/>
                <a:sym typeface="Encode Sans Black"/>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4b2e83">
      <a:dk1>
        <a:srgbClr val="4B2E83"/>
      </a:dk1>
      <a:lt1>
        <a:srgbClr val="E8D3A2"/>
      </a:lt1>
      <a:dk2>
        <a:srgbClr val="4B2E83"/>
      </a:dk2>
      <a:lt2>
        <a:srgbClr val="FFFFFF"/>
      </a:lt2>
      <a:accent1>
        <a:srgbClr val="4B2E83"/>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Custom 2">
      <a:dk1>
        <a:srgbClr val="4B2E83"/>
      </a:dk1>
      <a:lt1>
        <a:srgbClr val="E8D3A2"/>
      </a:lt1>
      <a:dk2>
        <a:srgbClr val="4B2E83"/>
      </a:dk2>
      <a:lt2>
        <a:srgbClr val="FFFFFF"/>
      </a:lt2>
      <a:accent1>
        <a:srgbClr val="4B2E83"/>
      </a:accent1>
      <a:accent2>
        <a:srgbClr val="E8D3A2"/>
      </a:accent2>
      <a:accent3>
        <a:srgbClr val="FFFFFF"/>
      </a:accent3>
      <a:accent4>
        <a:srgbClr val="D8D9DA"/>
      </a:accent4>
      <a:accent5>
        <a:srgbClr val="999999"/>
      </a:accent5>
      <a:accent6>
        <a:srgbClr val="917B4C"/>
      </a:accent6>
      <a:hlink>
        <a:srgbClr val="D8D9DA"/>
      </a:hlink>
      <a:folHlink>
        <a:srgbClr val="9999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2014-10-14T00:51:43Z</dcterms:created>
  <dc:creator>Alanya Cannon</dc:creator>
</cp:coreProperties>
</file>